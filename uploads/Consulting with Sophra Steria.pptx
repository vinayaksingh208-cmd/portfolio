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69" r:id="rId4"/>
    <p:sldId id="278" r:id="rId5"/>
    <p:sldId id="259" r:id="rId6"/>
    <p:sldId id="260" r:id="rId7"/>
    <p:sldId id="277" r:id="rId8"/>
    <p:sldId id="275" r:id="rId9"/>
    <p:sldId id="266" r:id="rId10"/>
    <p:sldId id="272" r:id="rId11"/>
    <p:sldId id="288" r:id="rId12"/>
    <p:sldId id="287" r:id="rId13"/>
    <p:sldId id="281" r:id="rId14"/>
    <p:sldId id="280" r:id="rId15"/>
    <p:sldId id="283" r:id="rId16"/>
    <p:sldId id="284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7197" userDrawn="1">
          <p15:clr>
            <a:srgbClr val="A4A3A4"/>
          </p15:clr>
        </p15:guide>
        <p15:guide id="3" orient="horz" pos="3702" userDrawn="1">
          <p15:clr>
            <a:srgbClr val="A4A3A4"/>
          </p15:clr>
        </p15:guide>
        <p15:guide id="4" pos="3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CE"/>
    <a:srgbClr val="E30613"/>
    <a:srgbClr val="BB001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B3C73-5BA3-4E43-AB64-1EF2A065C506}" v="660" dt="2026-02-12T14:50:41.595"/>
    <p1510:client id="{170D152B-FBDD-54BA-24B7-A1184218F72D}" v="3" dt="2026-02-12T20:24:15.437"/>
    <p1510:client id="{1B79D680-2C9A-BC0B-DD14-815C5E71EFC1}" v="21" dt="2026-02-12T21:53:43.284"/>
    <p1510:client id="{1E7BB971-6E3C-A2B9-D49F-EF9C4F32FCFB}" v="116" dt="2026-02-12T14:44:03.953"/>
    <p1510:client id="{5E3D8708-64A2-C132-E94D-C2B608A00059}" v="6" dt="2026-02-12T20:37:40.379"/>
    <p1510:client id="{61C5715E-3A47-5BE2-577B-6981C38A059F}" v="17" dt="2026-02-12T13:26:38.843"/>
    <p1510:client id="{7AB787B3-BD45-3641-B13E-4BA223018807}" v="2946" dt="2026-02-12T19:53:55.068"/>
    <p1510:client id="{8F676C6A-2C0C-D2F2-BAF6-B0F9BEEF888A}" v="29" dt="2026-02-12T12:58:54.555"/>
    <p1510:client id="{919AE265-1282-6544-AA35-EE18AECCA635}" v="31" dt="2026-02-12T20:55:38.768"/>
    <p1510:client id="{9EEF1E14-888B-4711-8462-0C6C4BE925E5}" v="789" dt="2026-02-12T13:31:49.556"/>
    <p1510:client id="{A9209759-1AA0-864C-BA72-0202AEE4A3EA}" v="8" dt="2026-02-13T11:03:09.968"/>
    <p1510:client id="{BA923654-CDB4-186C-5B4B-FBFE7AA3716F}" v="13" dt="2026-02-12T16:41:52.672"/>
    <p1510:client id="{BED9CEC0-208E-6C4A-B324-BE14B4D849A8}" v="2" dt="2026-02-13T09:19:02.822"/>
    <p1510:client id="{C9712CAF-B832-BC86-228A-EA27A9A95D77}" v="7" dt="2026-02-12T12:53:01.109"/>
    <p1510:client id="{CE7AE7C2-D1E8-E2A5-5FA2-EA82DC727CC8}" v="2" dt="2026-02-12T13:03:11.350"/>
    <p1510:client id="{D884A40E-84EF-474D-B6A4-2105BE418DEC}" v="28" dt="2026-02-12T20:05:04.563"/>
    <p1510:client id="{DAB1C304-16C4-EBFA-45DC-1047DBB968EE}" v="422" dt="2026-02-12T14:53:13.370"/>
    <p1510:client id="{E2AEE28D-1C16-2B15-90F8-43230614D210}" v="770" dt="2026-02-13T11:13:26.290"/>
    <p1510:client id="{E70C5FC3-674F-B0A8-ED84-D900079AF237}" v="1" dt="2026-02-12T20:38:55.109"/>
    <p1510:client id="{FDC816D7-476D-B544-A08C-BCDAFEE3CCB8}" v="1077" dt="2026-02-12T16:10:53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504"/>
        <p:guide pos="7197"/>
        <p:guide orient="horz" pos="3702"/>
        <p:guide pos="3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B Hugo" userId="S::hugo.arab@edhec.com::077880a6-1cca-4966-9941-047a37d1ebf3" providerId="AD" clId="Web-{237CDA47-AFA6-6968-623F-D3B185047255}"/>
    <pc:docChg chg="modSld">
      <pc:chgData name="ARAB Hugo" userId="S::hugo.arab@edhec.com::077880a6-1cca-4966-9941-047a37d1ebf3" providerId="AD" clId="Web-{237CDA47-AFA6-6968-623F-D3B185047255}" dt="2026-02-10T13:38:56.083" v="20"/>
      <pc:docMkLst>
        <pc:docMk/>
      </pc:docMkLst>
      <pc:sldChg chg="modSp">
        <pc:chgData name="ARAB Hugo" userId="S::hugo.arab@edhec.com::077880a6-1cca-4966-9941-047a37d1ebf3" providerId="AD" clId="Web-{237CDA47-AFA6-6968-623F-D3B185047255}" dt="2026-02-10T13:36:25.549" v="17" actId="1076"/>
        <pc:sldMkLst>
          <pc:docMk/>
          <pc:sldMk cId="3667817162" sldId="268"/>
        </pc:sldMkLst>
        <pc:spChg chg="mod">
          <ac:chgData name="ARAB Hugo" userId="S::hugo.arab@edhec.com::077880a6-1cca-4966-9941-047a37d1ebf3" providerId="AD" clId="Web-{237CDA47-AFA6-6968-623F-D3B185047255}" dt="2026-02-10T13:36:25.534" v="15" actId="1076"/>
          <ac:spMkLst>
            <pc:docMk/>
            <pc:sldMk cId="3667817162" sldId="268"/>
            <ac:spMk id="14" creationId="{EC9C40B9-4E96-9A82-8127-CE4999E44F67}"/>
          </ac:spMkLst>
        </pc:spChg>
        <pc:spChg chg="mod">
          <ac:chgData name="ARAB Hugo" userId="S::hugo.arab@edhec.com::077880a6-1cca-4966-9941-047a37d1ebf3" providerId="AD" clId="Web-{237CDA47-AFA6-6968-623F-D3B185047255}" dt="2026-02-10T13:36:25.549" v="17" actId="1076"/>
          <ac:spMkLst>
            <pc:docMk/>
            <pc:sldMk cId="3667817162" sldId="268"/>
            <ac:spMk id="16" creationId="{CEC1DC2F-5CF5-4CC7-DC3E-F8DC1BC5490A}"/>
          </ac:spMkLst>
        </pc:spChg>
        <pc:spChg chg="mod">
          <ac:chgData name="ARAB Hugo" userId="S::hugo.arab@edhec.com::077880a6-1cca-4966-9941-047a37d1ebf3" providerId="AD" clId="Web-{237CDA47-AFA6-6968-623F-D3B185047255}" dt="2026-02-10T13:34:16.640" v="0" actId="1076"/>
          <ac:spMkLst>
            <pc:docMk/>
            <pc:sldMk cId="3667817162" sldId="268"/>
            <ac:spMk id="21" creationId="{3865F64D-A679-D350-951E-87FEC4A72A7C}"/>
          </ac:spMkLst>
        </pc:spChg>
      </pc:sldChg>
    </pc:docChg>
  </pc:docChgLst>
  <pc:docChgLst>
    <pc:chgData clId="Web-{E70C5FC3-674F-B0A8-ED84-D900079AF237}"/>
    <pc:docChg chg="modSld">
      <pc:chgData name="" userId="" providerId="" clId="Web-{E70C5FC3-674F-B0A8-ED84-D900079AF237}" dt="2026-02-12T20:38:55.109" v="0"/>
      <pc:docMkLst>
        <pc:docMk/>
      </pc:docMkLst>
    </pc:docChg>
  </pc:docChgLst>
  <pc:docChgLst>
    <pc:chgData name="SCHNEEBERGER Linus" userId="S::linus.schneeberger@edhec.com::6f0a5453-1888-45a0-bf13-801e5025d94c" providerId="AD" clId="Web-{8F676C6A-2C0C-D2F2-BAF6-B0F9BEEF888A}"/>
    <pc:docChg chg="modSld">
      <pc:chgData name="SCHNEEBERGER Linus" userId="S::linus.schneeberger@edhec.com::6f0a5453-1888-45a0-bf13-801e5025d94c" providerId="AD" clId="Web-{8F676C6A-2C0C-D2F2-BAF6-B0F9BEEF888A}" dt="2026-02-12T12:58:51.821" v="24" actId="20577"/>
      <pc:docMkLst>
        <pc:docMk/>
      </pc:docMkLst>
      <pc:sldChg chg="addSp delSp modSp">
        <pc:chgData name="SCHNEEBERGER Linus" userId="S::linus.schneeberger@edhec.com::6f0a5453-1888-45a0-bf13-801e5025d94c" providerId="AD" clId="Web-{8F676C6A-2C0C-D2F2-BAF6-B0F9BEEF888A}" dt="2026-02-12T12:58:51.821" v="24" actId="20577"/>
        <pc:sldMkLst>
          <pc:docMk/>
          <pc:sldMk cId="3667817162" sldId="268"/>
        </pc:sldMkLst>
        <pc:spChg chg="add mod">
          <ac:chgData name="SCHNEEBERGER Linus" userId="S::linus.schneeberger@edhec.com::6f0a5453-1888-45a0-bf13-801e5025d94c" providerId="AD" clId="Web-{8F676C6A-2C0C-D2F2-BAF6-B0F9BEEF888A}" dt="2026-02-12T12:58:51.821" v="24" actId="20577"/>
          <ac:spMkLst>
            <pc:docMk/>
            <pc:sldMk cId="3667817162" sldId="268"/>
            <ac:spMk id="5" creationId="{03CB8D05-2B92-35AB-53B9-74C7D45B3A0A}"/>
          </ac:spMkLst>
        </pc:spChg>
        <pc:spChg chg="mod">
          <ac:chgData name="SCHNEEBERGER Linus" userId="S::linus.schneeberger@edhec.com::6f0a5453-1888-45a0-bf13-801e5025d94c" providerId="AD" clId="Web-{8F676C6A-2C0C-D2F2-BAF6-B0F9BEEF888A}" dt="2026-02-12T12:58:08.443" v="8" actId="20577"/>
          <ac:spMkLst>
            <pc:docMk/>
            <pc:sldMk cId="3667817162" sldId="268"/>
            <ac:spMk id="12" creationId="{D31B3CD9-66A5-A1D2-BFE2-5C8A9BECA22F}"/>
          </ac:spMkLst>
        </pc:spChg>
        <pc:spChg chg="mod">
          <ac:chgData name="SCHNEEBERGER Linus" userId="S::linus.schneeberger@edhec.com::6f0a5453-1888-45a0-bf13-801e5025d94c" providerId="AD" clId="Web-{8F676C6A-2C0C-D2F2-BAF6-B0F9BEEF888A}" dt="2026-02-12T12:58:05.350" v="7" actId="20577"/>
          <ac:spMkLst>
            <pc:docMk/>
            <pc:sldMk cId="3667817162" sldId="268"/>
            <ac:spMk id="13" creationId="{2E3EC4C9-B0CF-8BD5-2463-840113B21C36}"/>
          </ac:spMkLst>
        </pc:spChg>
        <pc:spChg chg="del mod">
          <ac:chgData name="SCHNEEBERGER Linus" userId="S::linus.schneeberger@edhec.com::6f0a5453-1888-45a0-bf13-801e5025d94c" providerId="AD" clId="Web-{8F676C6A-2C0C-D2F2-BAF6-B0F9BEEF888A}" dt="2026-02-12T12:58:12.522" v="10"/>
          <ac:spMkLst>
            <pc:docMk/>
            <pc:sldMk cId="3667817162" sldId="268"/>
            <ac:spMk id="15" creationId="{E62D01AE-5C03-D705-D9CF-6821B27ACEE6}"/>
          </ac:spMkLst>
        </pc:spChg>
        <pc:spChg chg="mod">
          <ac:chgData name="SCHNEEBERGER Linus" userId="S::linus.schneeberger@edhec.com::6f0a5453-1888-45a0-bf13-801e5025d94c" providerId="AD" clId="Web-{8F676C6A-2C0C-D2F2-BAF6-B0F9BEEF888A}" dt="2026-02-12T12:58:17.366" v="14" actId="20577"/>
          <ac:spMkLst>
            <pc:docMk/>
            <pc:sldMk cId="3667817162" sldId="268"/>
            <ac:spMk id="16" creationId="{CEC1DC2F-5CF5-4CC7-DC3E-F8DC1BC5490A}"/>
          </ac:spMkLst>
        </pc:spChg>
      </pc:sldChg>
    </pc:docChg>
  </pc:docChgLst>
  <pc:docChgLst>
    <pc:chgData name="SCHNEEBERGER Linus" userId="6f0a5453-1888-45a0-bf13-801e5025d94c" providerId="ADAL" clId="{92CF4132-1637-52A8-BA52-73A5C5A26ED5}"/>
    <pc:docChg chg="undo custSel addSld delSld modSld sldOrd">
      <pc:chgData name="SCHNEEBERGER Linus" userId="6f0a5453-1888-45a0-bf13-801e5025d94c" providerId="ADAL" clId="{92CF4132-1637-52A8-BA52-73A5C5A26ED5}" dt="2026-02-12T14:50:41.595" v="1174" actId="2696"/>
      <pc:docMkLst>
        <pc:docMk/>
      </pc:docMkLst>
      <pc:sldChg chg="addSp delSp modSp mod">
        <pc:chgData name="SCHNEEBERGER Linus" userId="6f0a5453-1888-45a0-bf13-801e5025d94c" providerId="ADAL" clId="{92CF4132-1637-52A8-BA52-73A5C5A26ED5}" dt="2026-02-12T13:08:38.707" v="1117" actId="1076"/>
        <pc:sldMkLst>
          <pc:docMk/>
          <pc:sldMk cId="643380930" sldId="266"/>
        </pc:sldMkLst>
        <pc:spChg chg="mod">
          <ac:chgData name="SCHNEEBERGER Linus" userId="6f0a5453-1888-45a0-bf13-801e5025d94c" providerId="ADAL" clId="{92CF4132-1637-52A8-BA52-73A5C5A26ED5}" dt="2026-02-11T22:21:53.518" v="932" actId="1076"/>
          <ac:spMkLst>
            <pc:docMk/>
            <pc:sldMk cId="643380930" sldId="266"/>
            <ac:spMk id="4" creationId="{B770CDF6-8850-8DFA-1ADD-76AC05819EAE}"/>
          </ac:spMkLst>
        </pc:spChg>
        <pc:spChg chg="add">
          <ac:chgData name="SCHNEEBERGER Linus" userId="6f0a5453-1888-45a0-bf13-801e5025d94c" providerId="ADAL" clId="{92CF4132-1637-52A8-BA52-73A5C5A26ED5}" dt="2026-02-12T13:06:37.917" v="1073"/>
          <ac:spMkLst>
            <pc:docMk/>
            <pc:sldMk cId="643380930" sldId="266"/>
            <ac:spMk id="5" creationId="{A8E0A486-8992-7066-6842-AAD7D67FA1FD}"/>
          </ac:spMkLst>
        </pc:spChg>
        <pc:spChg chg="mod">
          <ac:chgData name="SCHNEEBERGER Linus" userId="6f0a5453-1888-45a0-bf13-801e5025d94c" providerId="ADAL" clId="{92CF4132-1637-52A8-BA52-73A5C5A26ED5}" dt="2026-02-11T21:55:57.120" v="554"/>
          <ac:spMkLst>
            <pc:docMk/>
            <pc:sldMk cId="643380930" sldId="266"/>
            <ac:spMk id="47" creationId="{D6F34A6F-CC85-B1BA-3883-EF895AAF08D0}"/>
          </ac:spMkLst>
        </pc:spChg>
        <pc:spChg chg="mod">
          <ac:chgData name="SCHNEEBERGER Linus" userId="6f0a5453-1888-45a0-bf13-801e5025d94c" providerId="ADAL" clId="{92CF4132-1637-52A8-BA52-73A5C5A26ED5}" dt="2026-02-11T21:55:57.120" v="554"/>
          <ac:spMkLst>
            <pc:docMk/>
            <pc:sldMk cId="643380930" sldId="266"/>
            <ac:spMk id="48" creationId="{6B7054F6-5060-A487-C4D3-691D57361A35}"/>
          </ac:spMkLst>
        </pc:spChg>
        <pc:spChg chg="mod">
          <ac:chgData name="SCHNEEBERGER Linus" userId="6f0a5453-1888-45a0-bf13-801e5025d94c" providerId="ADAL" clId="{92CF4132-1637-52A8-BA52-73A5C5A26ED5}" dt="2026-02-11T21:55:57.120" v="554"/>
          <ac:spMkLst>
            <pc:docMk/>
            <pc:sldMk cId="643380930" sldId="266"/>
            <ac:spMk id="50" creationId="{BC17B6A1-2FA4-9892-BF21-5B71E9381370}"/>
          </ac:spMkLst>
        </pc:spChg>
        <pc:spChg chg="mod">
          <ac:chgData name="SCHNEEBERGER Linus" userId="6f0a5453-1888-45a0-bf13-801e5025d94c" providerId="ADAL" clId="{92CF4132-1637-52A8-BA52-73A5C5A26ED5}" dt="2026-02-11T21:55:57.120" v="554"/>
          <ac:spMkLst>
            <pc:docMk/>
            <pc:sldMk cId="643380930" sldId="266"/>
            <ac:spMk id="51" creationId="{57E1CF15-ED05-DC39-C91C-9E92BC057C7C}"/>
          </ac:spMkLst>
        </pc:spChg>
        <pc:spChg chg="mod">
          <ac:chgData name="SCHNEEBERGER Linus" userId="6f0a5453-1888-45a0-bf13-801e5025d94c" providerId="ADAL" clId="{92CF4132-1637-52A8-BA52-73A5C5A26ED5}" dt="2026-02-11T21:55:57.120" v="554"/>
          <ac:spMkLst>
            <pc:docMk/>
            <pc:sldMk cId="643380930" sldId="266"/>
            <ac:spMk id="53" creationId="{A7F04819-4C39-12E8-E968-CCF56F7EE673}"/>
          </ac:spMkLst>
        </pc:spChg>
        <pc:spChg chg="mod">
          <ac:chgData name="SCHNEEBERGER Linus" userId="6f0a5453-1888-45a0-bf13-801e5025d94c" providerId="ADAL" clId="{92CF4132-1637-52A8-BA52-73A5C5A26ED5}" dt="2026-02-11T21:55:57.120" v="554"/>
          <ac:spMkLst>
            <pc:docMk/>
            <pc:sldMk cId="643380930" sldId="266"/>
            <ac:spMk id="54" creationId="{4B7A66BD-A9FA-AC78-D541-5B2EA9D7D68F}"/>
          </ac:spMkLst>
        </pc:spChg>
        <pc:spChg chg="mod">
          <ac:chgData name="SCHNEEBERGER Linus" userId="6f0a5453-1888-45a0-bf13-801e5025d94c" providerId="ADAL" clId="{92CF4132-1637-52A8-BA52-73A5C5A26ED5}" dt="2026-02-11T21:55:57.120" v="554"/>
          <ac:spMkLst>
            <pc:docMk/>
            <pc:sldMk cId="643380930" sldId="266"/>
            <ac:spMk id="56" creationId="{C6F56FC8-ABC7-F00E-E87F-815D3008C4CF}"/>
          </ac:spMkLst>
        </pc:spChg>
        <pc:spChg chg="mod">
          <ac:chgData name="SCHNEEBERGER Linus" userId="6f0a5453-1888-45a0-bf13-801e5025d94c" providerId="ADAL" clId="{92CF4132-1637-52A8-BA52-73A5C5A26ED5}" dt="2026-02-11T21:55:57.120" v="554"/>
          <ac:spMkLst>
            <pc:docMk/>
            <pc:sldMk cId="643380930" sldId="266"/>
            <ac:spMk id="57" creationId="{EFC73961-C33F-2966-C369-44F282E3A169}"/>
          </ac:spMkLst>
        </pc:spChg>
        <pc:spChg chg="add mod">
          <ac:chgData name="SCHNEEBERGER Linus" userId="6f0a5453-1888-45a0-bf13-801e5025d94c" providerId="ADAL" clId="{92CF4132-1637-52A8-BA52-73A5C5A26ED5}" dt="2026-02-11T21:57:18.076" v="576" actId="2710"/>
          <ac:spMkLst>
            <pc:docMk/>
            <pc:sldMk cId="643380930" sldId="266"/>
            <ac:spMk id="58" creationId="{B05B91C0-CBD8-F6E4-60DE-7C6C2E78DAA3}"/>
          </ac:spMkLst>
        </pc:spChg>
        <pc:spChg chg="add mod">
          <ac:chgData name="SCHNEEBERGER Linus" userId="6f0a5453-1888-45a0-bf13-801e5025d94c" providerId="ADAL" clId="{92CF4132-1637-52A8-BA52-73A5C5A26ED5}" dt="2026-02-11T21:57:57.836" v="585" actId="1076"/>
          <ac:spMkLst>
            <pc:docMk/>
            <pc:sldMk cId="643380930" sldId="266"/>
            <ac:spMk id="59" creationId="{B30950A7-A0BB-F161-67AB-97F2BE9E2F12}"/>
          </ac:spMkLst>
        </pc:spChg>
        <pc:spChg chg="add mod">
          <ac:chgData name="SCHNEEBERGER Linus" userId="6f0a5453-1888-45a0-bf13-801e5025d94c" providerId="ADAL" clId="{92CF4132-1637-52A8-BA52-73A5C5A26ED5}" dt="2026-02-11T21:58:22.449" v="590" actId="1076"/>
          <ac:spMkLst>
            <pc:docMk/>
            <pc:sldMk cId="643380930" sldId="266"/>
            <ac:spMk id="60" creationId="{3D5947EF-A406-8D0D-23C1-8136605DC18D}"/>
          </ac:spMkLst>
        </pc:spChg>
        <pc:spChg chg="add mod">
          <ac:chgData name="SCHNEEBERGER Linus" userId="6f0a5453-1888-45a0-bf13-801e5025d94c" providerId="ADAL" clId="{92CF4132-1637-52A8-BA52-73A5C5A26ED5}" dt="2026-02-11T21:58:29.165" v="591" actId="1076"/>
          <ac:spMkLst>
            <pc:docMk/>
            <pc:sldMk cId="643380930" sldId="266"/>
            <ac:spMk id="61" creationId="{6F211BCC-1149-8795-568C-5007780AE048}"/>
          </ac:spMkLst>
        </pc:spChg>
        <pc:spChg chg="mod">
          <ac:chgData name="SCHNEEBERGER Linus" userId="6f0a5453-1888-45a0-bf13-801e5025d94c" providerId="ADAL" clId="{92CF4132-1637-52A8-BA52-73A5C5A26ED5}" dt="2026-02-11T22:15:56.605" v="842" actId="113"/>
          <ac:spMkLst>
            <pc:docMk/>
            <pc:sldMk cId="643380930" sldId="266"/>
            <ac:spMk id="63" creationId="{8D3135BF-76CE-B2AE-4653-1C1C70B45EE6}"/>
          </ac:spMkLst>
        </pc:spChg>
        <pc:spChg chg="mod">
          <ac:chgData name="SCHNEEBERGER Linus" userId="6f0a5453-1888-45a0-bf13-801e5025d94c" providerId="ADAL" clId="{92CF4132-1637-52A8-BA52-73A5C5A26ED5}" dt="2026-02-11T21:59:03.426" v="594" actId="207"/>
          <ac:spMkLst>
            <pc:docMk/>
            <pc:sldMk cId="643380930" sldId="266"/>
            <ac:spMk id="64" creationId="{CE9A7885-F3F6-94B1-005C-2C0C3DC408CA}"/>
          </ac:spMkLst>
        </pc:spChg>
        <pc:spChg chg="mod">
          <ac:chgData name="SCHNEEBERGER Linus" userId="6f0a5453-1888-45a0-bf13-801e5025d94c" providerId="ADAL" clId="{92CF4132-1637-52A8-BA52-73A5C5A26ED5}" dt="2026-02-11T22:16:23.510" v="848" actId="113"/>
          <ac:spMkLst>
            <pc:docMk/>
            <pc:sldMk cId="643380930" sldId="266"/>
            <ac:spMk id="73" creationId="{82D09A2A-4ADF-E8B9-4273-6F4AD6C4A4AA}"/>
          </ac:spMkLst>
        </pc:spChg>
        <pc:spChg chg="mod">
          <ac:chgData name="SCHNEEBERGER Linus" userId="6f0a5453-1888-45a0-bf13-801e5025d94c" providerId="ADAL" clId="{92CF4132-1637-52A8-BA52-73A5C5A26ED5}" dt="2026-02-11T22:00:14.271" v="615"/>
          <ac:spMkLst>
            <pc:docMk/>
            <pc:sldMk cId="643380930" sldId="266"/>
            <ac:spMk id="74" creationId="{D427FA5F-01B0-FF68-071B-CBAA00B2F564}"/>
          </ac:spMkLst>
        </pc:spChg>
        <pc:spChg chg="mod">
          <ac:chgData name="SCHNEEBERGER Linus" userId="6f0a5453-1888-45a0-bf13-801e5025d94c" providerId="ADAL" clId="{92CF4132-1637-52A8-BA52-73A5C5A26ED5}" dt="2026-02-11T22:18:28.034" v="881" actId="242"/>
          <ac:spMkLst>
            <pc:docMk/>
            <pc:sldMk cId="643380930" sldId="266"/>
            <ac:spMk id="76" creationId="{B9CBD7CD-EBF2-8EE9-F959-95B0828319DB}"/>
          </ac:spMkLst>
        </pc:spChg>
        <pc:spChg chg="mod">
          <ac:chgData name="SCHNEEBERGER Linus" userId="6f0a5453-1888-45a0-bf13-801e5025d94c" providerId="ADAL" clId="{92CF4132-1637-52A8-BA52-73A5C5A26ED5}" dt="2026-02-11T22:00:17.476" v="617"/>
          <ac:spMkLst>
            <pc:docMk/>
            <pc:sldMk cId="643380930" sldId="266"/>
            <ac:spMk id="77" creationId="{FE3B20EB-7EEF-ACC3-8CF5-3117E85ECB65}"/>
          </ac:spMkLst>
        </pc:spChg>
        <pc:spChg chg="mod">
          <ac:chgData name="SCHNEEBERGER Linus" userId="6f0a5453-1888-45a0-bf13-801e5025d94c" providerId="ADAL" clId="{92CF4132-1637-52A8-BA52-73A5C5A26ED5}" dt="2026-02-11T22:23:33.476" v="939" actId="20577"/>
          <ac:spMkLst>
            <pc:docMk/>
            <pc:sldMk cId="643380930" sldId="266"/>
            <ac:spMk id="79" creationId="{C96947B9-1629-F09B-E421-90AD73B5E032}"/>
          </ac:spMkLst>
        </pc:spChg>
        <pc:spChg chg="mod">
          <ac:chgData name="SCHNEEBERGER Linus" userId="6f0a5453-1888-45a0-bf13-801e5025d94c" providerId="ADAL" clId="{92CF4132-1637-52A8-BA52-73A5C5A26ED5}" dt="2026-02-11T22:00:20.477" v="619"/>
          <ac:spMkLst>
            <pc:docMk/>
            <pc:sldMk cId="643380930" sldId="266"/>
            <ac:spMk id="80" creationId="{F5039D83-21C8-0974-D477-57445145DB40}"/>
          </ac:spMkLst>
        </pc:spChg>
        <pc:spChg chg="add mod">
          <ac:chgData name="SCHNEEBERGER Linus" userId="6f0a5453-1888-45a0-bf13-801e5025d94c" providerId="ADAL" clId="{92CF4132-1637-52A8-BA52-73A5C5A26ED5}" dt="2026-02-11T22:01:45.900" v="650" actId="2085"/>
          <ac:spMkLst>
            <pc:docMk/>
            <pc:sldMk cId="643380930" sldId="266"/>
            <ac:spMk id="81" creationId="{EA12F6EC-4825-E066-052A-C6339B04F104}"/>
          </ac:spMkLst>
        </pc:spChg>
        <pc:spChg chg="add mod">
          <ac:chgData name="SCHNEEBERGER Linus" userId="6f0a5453-1888-45a0-bf13-801e5025d94c" providerId="ADAL" clId="{92CF4132-1637-52A8-BA52-73A5C5A26ED5}" dt="2026-02-11T22:02:06.982" v="658" actId="20577"/>
          <ac:spMkLst>
            <pc:docMk/>
            <pc:sldMk cId="643380930" sldId="266"/>
            <ac:spMk id="82" creationId="{7C3A99DD-9523-5BA7-09A3-C36EE3B72568}"/>
          </ac:spMkLst>
        </pc:spChg>
        <pc:spChg chg="add mod">
          <ac:chgData name="SCHNEEBERGER Linus" userId="6f0a5453-1888-45a0-bf13-801e5025d94c" providerId="ADAL" clId="{92CF4132-1637-52A8-BA52-73A5C5A26ED5}" dt="2026-02-11T22:02:09.438" v="660" actId="20577"/>
          <ac:spMkLst>
            <pc:docMk/>
            <pc:sldMk cId="643380930" sldId="266"/>
            <ac:spMk id="83" creationId="{81B3A294-F49B-74A7-E086-1C1066EDE7C5}"/>
          </ac:spMkLst>
        </pc:spChg>
        <pc:spChg chg="add mod">
          <ac:chgData name="SCHNEEBERGER Linus" userId="6f0a5453-1888-45a0-bf13-801e5025d94c" providerId="ADAL" clId="{92CF4132-1637-52A8-BA52-73A5C5A26ED5}" dt="2026-02-11T22:02:13.449" v="664" actId="20577"/>
          <ac:spMkLst>
            <pc:docMk/>
            <pc:sldMk cId="643380930" sldId="266"/>
            <ac:spMk id="84" creationId="{13333107-BCE9-6D12-7726-D141A149538E}"/>
          </ac:spMkLst>
        </pc:spChg>
        <pc:spChg chg="add mod">
          <ac:chgData name="SCHNEEBERGER Linus" userId="6f0a5453-1888-45a0-bf13-801e5025d94c" providerId="ADAL" clId="{92CF4132-1637-52A8-BA52-73A5C5A26ED5}" dt="2026-02-11T22:07:29.769" v="712" actId="207"/>
          <ac:spMkLst>
            <pc:docMk/>
            <pc:sldMk cId="643380930" sldId="266"/>
            <ac:spMk id="97" creationId="{25739474-033E-BEF8-A1DB-9A4A48CB723B}"/>
          </ac:spMkLst>
        </pc:spChg>
        <pc:spChg chg="add mod">
          <ac:chgData name="SCHNEEBERGER Linus" userId="6f0a5453-1888-45a0-bf13-801e5025d94c" providerId="ADAL" clId="{92CF4132-1637-52A8-BA52-73A5C5A26ED5}" dt="2026-02-11T22:07:26.334" v="710" actId="208"/>
          <ac:spMkLst>
            <pc:docMk/>
            <pc:sldMk cId="643380930" sldId="266"/>
            <ac:spMk id="98" creationId="{FDF6B20B-FC51-F676-718A-F397A8ADE182}"/>
          </ac:spMkLst>
        </pc:spChg>
        <pc:spChg chg="add mod">
          <ac:chgData name="SCHNEEBERGER Linus" userId="6f0a5453-1888-45a0-bf13-801e5025d94c" providerId="ADAL" clId="{92CF4132-1637-52A8-BA52-73A5C5A26ED5}" dt="2026-02-11T22:07:22.169" v="708" actId="207"/>
          <ac:spMkLst>
            <pc:docMk/>
            <pc:sldMk cId="643380930" sldId="266"/>
            <ac:spMk id="99" creationId="{1AAB862F-1BEC-BFAF-B68E-BDFE6BE7EA74}"/>
          </ac:spMkLst>
        </pc:spChg>
        <pc:spChg chg="add mod">
          <ac:chgData name="SCHNEEBERGER Linus" userId="6f0a5453-1888-45a0-bf13-801e5025d94c" providerId="ADAL" clId="{92CF4132-1637-52A8-BA52-73A5C5A26ED5}" dt="2026-02-11T22:21:56.925" v="933" actId="1076"/>
          <ac:spMkLst>
            <pc:docMk/>
            <pc:sldMk cId="643380930" sldId="266"/>
            <ac:spMk id="100" creationId="{EAEF88D3-8A02-F323-F6C6-12C7463A1885}"/>
          </ac:spMkLst>
        </pc:spChg>
        <pc:spChg chg="add mod">
          <ac:chgData name="SCHNEEBERGER Linus" userId="6f0a5453-1888-45a0-bf13-801e5025d94c" providerId="ADAL" clId="{92CF4132-1637-52A8-BA52-73A5C5A26ED5}" dt="2026-02-11T22:21:23.921" v="924" actId="1076"/>
          <ac:spMkLst>
            <pc:docMk/>
            <pc:sldMk cId="643380930" sldId="266"/>
            <ac:spMk id="101" creationId="{25CDAFA4-A589-D21C-FF68-65A61F2C8E81}"/>
          </ac:spMkLst>
        </pc:spChg>
        <pc:spChg chg="add mod">
          <ac:chgData name="SCHNEEBERGER Linus" userId="6f0a5453-1888-45a0-bf13-801e5025d94c" providerId="ADAL" clId="{92CF4132-1637-52A8-BA52-73A5C5A26ED5}" dt="2026-02-11T22:21:29.409" v="926" actId="1076"/>
          <ac:spMkLst>
            <pc:docMk/>
            <pc:sldMk cId="643380930" sldId="266"/>
            <ac:spMk id="102" creationId="{4F1A3AD1-22B6-736C-05EB-E6ABC7F614F3}"/>
          </ac:spMkLst>
        </pc:spChg>
        <pc:spChg chg="add mod">
          <ac:chgData name="SCHNEEBERGER Linus" userId="6f0a5453-1888-45a0-bf13-801e5025d94c" providerId="ADAL" clId="{92CF4132-1637-52A8-BA52-73A5C5A26ED5}" dt="2026-02-11T22:21:31.817" v="927" actId="1076"/>
          <ac:spMkLst>
            <pc:docMk/>
            <pc:sldMk cId="643380930" sldId="266"/>
            <ac:spMk id="103" creationId="{FA7FCF11-C8A5-4481-4166-B3974044DFE9}"/>
          </ac:spMkLst>
        </pc:spChg>
        <pc:spChg chg="add mod">
          <ac:chgData name="SCHNEEBERGER Linus" userId="6f0a5453-1888-45a0-bf13-801e5025d94c" providerId="ADAL" clId="{92CF4132-1637-52A8-BA52-73A5C5A26ED5}" dt="2026-02-11T22:07:54.420" v="719" actId="1076"/>
          <ac:spMkLst>
            <pc:docMk/>
            <pc:sldMk cId="643380930" sldId="266"/>
            <ac:spMk id="105" creationId="{5AD0B1A1-684A-6632-2363-28E318F002AE}"/>
          </ac:spMkLst>
        </pc:spChg>
        <pc:spChg chg="add mod">
          <ac:chgData name="SCHNEEBERGER Linus" userId="6f0a5453-1888-45a0-bf13-801e5025d94c" providerId="ADAL" clId="{92CF4132-1637-52A8-BA52-73A5C5A26ED5}" dt="2026-02-11T22:21:14.838" v="922" actId="1076"/>
          <ac:spMkLst>
            <pc:docMk/>
            <pc:sldMk cId="643380930" sldId="266"/>
            <ac:spMk id="107" creationId="{85251921-BBC1-48B4-3EDE-4C5D4E4A71E1}"/>
          </ac:spMkLst>
        </pc:spChg>
        <pc:spChg chg="add mod">
          <ac:chgData name="SCHNEEBERGER Linus" userId="6f0a5453-1888-45a0-bf13-801e5025d94c" providerId="ADAL" clId="{92CF4132-1637-52A8-BA52-73A5C5A26ED5}" dt="2026-02-11T22:20:59.342" v="920" actId="1076"/>
          <ac:spMkLst>
            <pc:docMk/>
            <pc:sldMk cId="643380930" sldId="266"/>
            <ac:spMk id="108" creationId="{6AF70F25-08BA-A749-CFAD-D2B839CEDB2D}"/>
          </ac:spMkLst>
        </pc:spChg>
        <pc:spChg chg="add mod">
          <ac:chgData name="SCHNEEBERGER Linus" userId="6f0a5453-1888-45a0-bf13-801e5025d94c" providerId="ADAL" clId="{92CF4132-1637-52A8-BA52-73A5C5A26ED5}" dt="2026-02-11T22:21:05.662" v="921" actId="1076"/>
          <ac:spMkLst>
            <pc:docMk/>
            <pc:sldMk cId="643380930" sldId="266"/>
            <ac:spMk id="109" creationId="{BD5A889F-9CAE-0FCC-DACE-B81BB0303D23}"/>
          </ac:spMkLst>
        </pc:spChg>
        <pc:spChg chg="add mod">
          <ac:chgData name="SCHNEEBERGER Linus" userId="6f0a5453-1888-45a0-bf13-801e5025d94c" providerId="ADAL" clId="{92CF4132-1637-52A8-BA52-73A5C5A26ED5}" dt="2026-02-12T13:08:14.374" v="1109" actId="1076"/>
          <ac:spMkLst>
            <pc:docMk/>
            <pc:sldMk cId="643380930" sldId="266"/>
            <ac:spMk id="110" creationId="{BEE0AF6C-6422-DC06-5D20-A47A53E21C49}"/>
          </ac:spMkLst>
        </pc:spChg>
        <pc:spChg chg="add mod">
          <ac:chgData name="SCHNEEBERGER Linus" userId="6f0a5453-1888-45a0-bf13-801e5025d94c" providerId="ADAL" clId="{92CF4132-1637-52A8-BA52-73A5C5A26ED5}" dt="2026-02-12T13:08:05.441" v="1107" actId="1076"/>
          <ac:spMkLst>
            <pc:docMk/>
            <pc:sldMk cId="643380930" sldId="266"/>
            <ac:spMk id="116" creationId="{715D58B8-6D54-1E72-C270-773ECECDAE8B}"/>
          </ac:spMkLst>
        </pc:spChg>
        <pc:spChg chg="add mod">
          <ac:chgData name="SCHNEEBERGER Linus" userId="6f0a5453-1888-45a0-bf13-801e5025d94c" providerId="ADAL" clId="{92CF4132-1637-52A8-BA52-73A5C5A26ED5}" dt="2026-02-12T13:08:24.576" v="1113" actId="20577"/>
          <ac:spMkLst>
            <pc:docMk/>
            <pc:sldMk cId="643380930" sldId="266"/>
            <ac:spMk id="119" creationId="{2B148542-8477-2FB0-B239-00E0EB943A34}"/>
          </ac:spMkLst>
        </pc:spChg>
        <pc:spChg chg="add mod">
          <ac:chgData name="SCHNEEBERGER Linus" userId="6f0a5453-1888-45a0-bf13-801e5025d94c" providerId="ADAL" clId="{92CF4132-1637-52A8-BA52-73A5C5A26ED5}" dt="2026-02-12T13:08:38.707" v="1117" actId="1076"/>
          <ac:spMkLst>
            <pc:docMk/>
            <pc:sldMk cId="643380930" sldId="266"/>
            <ac:spMk id="123" creationId="{ED402501-64A8-E356-0B3E-CF203ABD791F}"/>
          </ac:spMkLst>
        </pc:spChg>
        <pc:grpChg chg="add mod">
          <ac:chgData name="SCHNEEBERGER Linus" userId="6f0a5453-1888-45a0-bf13-801e5025d94c" providerId="ADAL" clId="{92CF4132-1637-52A8-BA52-73A5C5A26ED5}" dt="2026-02-11T22:00:00.755" v="607" actId="14100"/>
          <ac:grpSpMkLst>
            <pc:docMk/>
            <pc:sldMk cId="643380930" sldId="266"/>
            <ac:grpSpMk id="46" creationId="{3B0FA118-E7C2-4B75-7DEC-DA56F1C24BAB}"/>
          </ac:grpSpMkLst>
        </pc:grpChg>
        <pc:grpChg chg="mod">
          <ac:chgData name="SCHNEEBERGER Linus" userId="6f0a5453-1888-45a0-bf13-801e5025d94c" providerId="ADAL" clId="{92CF4132-1637-52A8-BA52-73A5C5A26ED5}" dt="2026-02-11T21:57:44.870" v="583" actId="14100"/>
          <ac:grpSpMkLst>
            <pc:docMk/>
            <pc:sldMk cId="643380930" sldId="266"/>
            <ac:grpSpMk id="49" creationId="{54593AC2-34BC-4822-8DA5-FFF223592060}"/>
          </ac:grpSpMkLst>
        </pc:grpChg>
        <pc:grpChg chg="mod">
          <ac:chgData name="SCHNEEBERGER Linus" userId="6f0a5453-1888-45a0-bf13-801e5025d94c" providerId="ADAL" clId="{92CF4132-1637-52A8-BA52-73A5C5A26ED5}" dt="2026-02-11T21:58:14.979" v="588" actId="14100"/>
          <ac:grpSpMkLst>
            <pc:docMk/>
            <pc:sldMk cId="643380930" sldId="266"/>
            <ac:grpSpMk id="52" creationId="{3B768031-BDD3-AF3E-8A28-A5331B7666CF}"/>
          </ac:grpSpMkLst>
        </pc:grpChg>
        <pc:grpChg chg="add mod">
          <ac:chgData name="SCHNEEBERGER Linus" userId="6f0a5453-1888-45a0-bf13-801e5025d94c" providerId="ADAL" clId="{92CF4132-1637-52A8-BA52-73A5C5A26ED5}" dt="2026-02-11T21:58:17.636" v="589" actId="14100"/>
          <ac:grpSpMkLst>
            <pc:docMk/>
            <pc:sldMk cId="643380930" sldId="266"/>
            <ac:grpSpMk id="55" creationId="{B2330C03-F064-20FE-20B7-BAD72D5F5547}"/>
          </ac:grpSpMkLst>
        </pc:grpChg>
        <pc:grpChg chg="add mod">
          <ac:chgData name="SCHNEEBERGER Linus" userId="6f0a5453-1888-45a0-bf13-801e5025d94c" providerId="ADAL" clId="{92CF4132-1637-52A8-BA52-73A5C5A26ED5}" dt="2026-02-11T22:00:33.172" v="625" actId="1037"/>
          <ac:grpSpMkLst>
            <pc:docMk/>
            <pc:sldMk cId="643380930" sldId="266"/>
            <ac:grpSpMk id="62" creationId="{47EAACD5-0958-FF28-29C9-E5CDC26FEA20}"/>
          </ac:grpSpMkLst>
        </pc:grpChg>
        <pc:grpChg chg="add mod">
          <ac:chgData name="SCHNEEBERGER Linus" userId="6f0a5453-1888-45a0-bf13-801e5025d94c" providerId="ADAL" clId="{92CF4132-1637-52A8-BA52-73A5C5A26ED5}" dt="2026-02-11T22:00:47.983" v="630" actId="1035"/>
          <ac:grpSpMkLst>
            <pc:docMk/>
            <pc:sldMk cId="643380930" sldId="266"/>
            <ac:grpSpMk id="72" creationId="{43FA338A-12E4-F948-7BAD-ABED5C2C624E}"/>
          </ac:grpSpMkLst>
        </pc:grpChg>
        <pc:grpChg chg="add mod">
          <ac:chgData name="SCHNEEBERGER Linus" userId="6f0a5453-1888-45a0-bf13-801e5025d94c" providerId="ADAL" clId="{92CF4132-1637-52A8-BA52-73A5C5A26ED5}" dt="2026-02-11T22:00:41.157" v="627" actId="1076"/>
          <ac:grpSpMkLst>
            <pc:docMk/>
            <pc:sldMk cId="643380930" sldId="266"/>
            <ac:grpSpMk id="75" creationId="{C1642CFC-B25D-FCD0-2DD1-3D18863741BA}"/>
          </ac:grpSpMkLst>
        </pc:grpChg>
        <pc:grpChg chg="add mod">
          <ac:chgData name="SCHNEEBERGER Linus" userId="6f0a5453-1888-45a0-bf13-801e5025d94c" providerId="ADAL" clId="{92CF4132-1637-52A8-BA52-73A5C5A26ED5}" dt="2026-02-11T22:00:52.583" v="631" actId="1035"/>
          <ac:grpSpMkLst>
            <pc:docMk/>
            <pc:sldMk cId="643380930" sldId="266"/>
            <ac:grpSpMk id="78" creationId="{FA7E2522-0578-F931-51EB-E02DD33BC453}"/>
          </ac:grpSpMkLst>
        </pc:grpChg>
      </pc:sldChg>
      <pc:sldChg chg="addSp delSp modSp mod">
        <pc:chgData name="SCHNEEBERGER Linus" userId="6f0a5453-1888-45a0-bf13-801e5025d94c" providerId="ADAL" clId="{92CF4132-1637-52A8-BA52-73A5C5A26ED5}" dt="2026-02-10T12:44:59.244" v="547" actId="1076"/>
        <pc:sldMkLst>
          <pc:docMk/>
          <pc:sldMk cId="3667817162" sldId="268"/>
        </pc:sldMkLst>
        <pc:picChg chg="add mod modCrop">
          <ac:chgData name="SCHNEEBERGER Linus" userId="6f0a5453-1888-45a0-bf13-801e5025d94c" providerId="ADAL" clId="{92CF4132-1637-52A8-BA52-73A5C5A26ED5}" dt="2026-02-10T12:41:53.916" v="536" actId="1076"/>
          <ac:picMkLst>
            <pc:docMk/>
            <pc:sldMk cId="3667817162" sldId="268"/>
            <ac:picMk id="4" creationId="{3DF4A49D-3B94-5B3C-F44C-AA085C9D37F7}"/>
          </ac:picMkLst>
        </pc:picChg>
      </pc:sldChg>
      <pc:sldChg chg="addSp delSp modSp mod setBg">
        <pc:chgData name="SCHNEEBERGER Linus" userId="6f0a5453-1888-45a0-bf13-801e5025d94c" providerId="ADAL" clId="{92CF4132-1637-52A8-BA52-73A5C5A26ED5}" dt="2026-02-12T14:49:28.493" v="1167" actId="478"/>
        <pc:sldMkLst>
          <pc:docMk/>
          <pc:sldMk cId="1791131923" sldId="270"/>
        </pc:sldMkLst>
        <pc:spChg chg="add mod">
          <ac:chgData name="SCHNEEBERGER Linus" userId="6f0a5453-1888-45a0-bf13-801e5025d94c" providerId="ADAL" clId="{92CF4132-1637-52A8-BA52-73A5C5A26ED5}" dt="2026-02-10T12:35:10.974" v="516" actId="1037"/>
          <ac:spMkLst>
            <pc:docMk/>
            <pc:sldMk cId="1791131923" sldId="270"/>
            <ac:spMk id="16" creationId="{0A7AF166-7B6C-4B60-BA53-8E6BC70FABBE}"/>
          </ac:spMkLst>
        </pc:spChg>
        <pc:spChg chg="add del mod">
          <ac:chgData name="SCHNEEBERGER Linus" userId="6f0a5453-1888-45a0-bf13-801e5025d94c" providerId="ADAL" clId="{92CF4132-1637-52A8-BA52-73A5C5A26ED5}" dt="2026-02-12T14:49:28.493" v="1167" actId="478"/>
          <ac:spMkLst>
            <pc:docMk/>
            <pc:sldMk cId="1791131923" sldId="270"/>
            <ac:spMk id="17" creationId="{77623531-C986-4F3B-FBDE-3ABF88637F8F}"/>
          </ac:spMkLst>
        </pc:spChg>
        <pc:spChg chg="add mod">
          <ac:chgData name="SCHNEEBERGER Linus" userId="6f0a5453-1888-45a0-bf13-801e5025d94c" providerId="ADAL" clId="{92CF4132-1637-52A8-BA52-73A5C5A26ED5}" dt="2026-02-10T12:30:54.075" v="481" actId="1076"/>
          <ac:spMkLst>
            <pc:docMk/>
            <pc:sldMk cId="1791131923" sldId="270"/>
            <ac:spMk id="18" creationId="{2D9F0E59-3F1A-4175-FF5F-F229286428AA}"/>
          </ac:spMkLst>
        </pc:spChg>
        <pc:spChg chg="add mod">
          <ac:chgData name="SCHNEEBERGER Linus" userId="6f0a5453-1888-45a0-bf13-801e5025d94c" providerId="ADAL" clId="{92CF4132-1637-52A8-BA52-73A5C5A26ED5}" dt="2026-02-10T12:35:59.281" v="521" actId="1076"/>
          <ac:spMkLst>
            <pc:docMk/>
            <pc:sldMk cId="1791131923" sldId="270"/>
            <ac:spMk id="27" creationId="{7366F220-E0E6-9C43-7039-C80267E624A2}"/>
          </ac:spMkLst>
        </pc:spChg>
        <pc:spChg chg="add mod">
          <ac:chgData name="SCHNEEBERGER Linus" userId="6f0a5453-1888-45a0-bf13-801e5025d94c" providerId="ADAL" clId="{92CF4132-1637-52A8-BA52-73A5C5A26ED5}" dt="2026-02-10T12:36:07.465" v="522" actId="1076"/>
          <ac:spMkLst>
            <pc:docMk/>
            <pc:sldMk cId="1791131923" sldId="270"/>
            <ac:spMk id="29" creationId="{9CA5BF1D-42CB-6AB3-6DC4-6A2E12A5F1A0}"/>
          </ac:spMkLst>
        </pc:spChg>
        <pc:spChg chg="add mod">
          <ac:chgData name="SCHNEEBERGER Linus" userId="6f0a5453-1888-45a0-bf13-801e5025d94c" providerId="ADAL" clId="{92CF4132-1637-52A8-BA52-73A5C5A26ED5}" dt="2026-02-12T13:09:23.803" v="1121" actId="14100"/>
          <ac:spMkLst>
            <pc:docMk/>
            <pc:sldMk cId="1791131923" sldId="270"/>
            <ac:spMk id="34" creationId="{820098DC-B84F-B399-0F50-25FD7983F88C}"/>
          </ac:spMkLst>
        </pc:spChg>
        <pc:spChg chg="add mod">
          <ac:chgData name="SCHNEEBERGER Linus" userId="6f0a5453-1888-45a0-bf13-801e5025d94c" providerId="ADAL" clId="{92CF4132-1637-52A8-BA52-73A5C5A26ED5}" dt="2026-02-12T13:09:30" v="1123" actId="1076"/>
          <ac:spMkLst>
            <pc:docMk/>
            <pc:sldMk cId="1791131923" sldId="270"/>
            <ac:spMk id="35" creationId="{4DB01861-2C86-C563-5BC0-33814222F093}"/>
          </ac:spMkLst>
        </pc:spChg>
        <pc:spChg chg="add mod">
          <ac:chgData name="SCHNEEBERGER Linus" userId="6f0a5453-1888-45a0-bf13-801e5025d94c" providerId="ADAL" clId="{92CF4132-1637-52A8-BA52-73A5C5A26ED5}" dt="2026-02-10T12:35:10.974" v="516" actId="1037"/>
          <ac:spMkLst>
            <pc:docMk/>
            <pc:sldMk cId="1791131923" sldId="270"/>
            <ac:spMk id="36" creationId="{E35A2C62-9C35-062E-44CD-9E12D0DF0F0A}"/>
          </ac:spMkLst>
        </pc:spChg>
        <pc:spChg chg="add mod">
          <ac:chgData name="SCHNEEBERGER Linus" userId="6f0a5453-1888-45a0-bf13-801e5025d94c" providerId="ADAL" clId="{92CF4132-1637-52A8-BA52-73A5C5A26ED5}" dt="2026-02-12T13:09:26.376" v="1122" actId="14100"/>
          <ac:spMkLst>
            <pc:docMk/>
            <pc:sldMk cId="1791131923" sldId="270"/>
            <ac:spMk id="37" creationId="{0AEF9E23-A701-E02A-109C-BBF05C703A3C}"/>
          </ac:spMkLst>
        </pc:spChg>
        <pc:spChg chg="add mod">
          <ac:chgData name="SCHNEEBERGER Linus" userId="6f0a5453-1888-45a0-bf13-801e5025d94c" providerId="ADAL" clId="{92CF4132-1637-52A8-BA52-73A5C5A26ED5}" dt="2026-02-12T13:10:03.662" v="1129" actId="1076"/>
          <ac:spMkLst>
            <pc:docMk/>
            <pc:sldMk cId="1791131923" sldId="270"/>
            <ac:spMk id="42" creationId="{481AAE50-51CA-EE76-BDBF-7FFAB12C1DA9}"/>
          </ac:spMkLst>
        </pc:spChg>
        <pc:spChg chg="add del mod">
          <ac:chgData name="SCHNEEBERGER Linus" userId="6f0a5453-1888-45a0-bf13-801e5025d94c" providerId="ADAL" clId="{92CF4132-1637-52A8-BA52-73A5C5A26ED5}" dt="2026-02-12T12:54:37.674" v="981" actId="478"/>
          <ac:spMkLst>
            <pc:docMk/>
            <pc:sldMk cId="1791131923" sldId="270"/>
            <ac:spMk id="44" creationId="{A15B854B-293A-24D7-F228-38F5A5695B02}"/>
          </ac:spMkLst>
        </pc:spChg>
        <pc:spChg chg="add mod">
          <ac:chgData name="SCHNEEBERGER Linus" userId="6f0a5453-1888-45a0-bf13-801e5025d94c" providerId="ADAL" clId="{92CF4132-1637-52A8-BA52-73A5C5A26ED5}" dt="2026-02-10T12:35:24.838" v="519" actId="1076"/>
          <ac:spMkLst>
            <pc:docMk/>
            <pc:sldMk cId="1791131923" sldId="270"/>
            <ac:spMk id="49" creationId="{2E88DC5F-4106-1EEB-5B0F-CB9A95F7FD3F}"/>
          </ac:spMkLst>
        </pc:spChg>
        <pc:spChg chg="add mod">
          <ac:chgData name="SCHNEEBERGER Linus" userId="6f0a5453-1888-45a0-bf13-801e5025d94c" providerId="ADAL" clId="{92CF4132-1637-52A8-BA52-73A5C5A26ED5}" dt="2026-02-12T13:10:08.887" v="1131" actId="1076"/>
          <ac:spMkLst>
            <pc:docMk/>
            <pc:sldMk cId="1791131923" sldId="270"/>
            <ac:spMk id="54" creationId="{606E3773-06C4-A7F9-365B-19A69E62520B}"/>
          </ac:spMkLst>
        </pc:spChg>
        <pc:spChg chg="add mod">
          <ac:chgData name="SCHNEEBERGER Linus" userId="6f0a5453-1888-45a0-bf13-801e5025d94c" providerId="ADAL" clId="{92CF4132-1637-52A8-BA52-73A5C5A26ED5}" dt="2026-02-12T13:10:05.954" v="1130" actId="1076"/>
          <ac:spMkLst>
            <pc:docMk/>
            <pc:sldMk cId="1791131923" sldId="270"/>
            <ac:spMk id="55" creationId="{386077D6-A371-7383-C7B7-442430212FB2}"/>
          </ac:spMkLst>
        </pc:spChg>
        <pc:spChg chg="add mod">
          <ac:chgData name="SCHNEEBERGER Linus" userId="6f0a5453-1888-45a0-bf13-801e5025d94c" providerId="ADAL" clId="{92CF4132-1637-52A8-BA52-73A5C5A26ED5}" dt="2026-02-10T12:31:00.395" v="484" actId="1076"/>
          <ac:spMkLst>
            <pc:docMk/>
            <pc:sldMk cId="1791131923" sldId="270"/>
            <ac:spMk id="61" creationId="{79FEF635-985D-1AA8-B224-207956AEE33D}"/>
          </ac:spMkLst>
        </pc:spChg>
        <pc:picChg chg="add mod">
          <ac:chgData name="SCHNEEBERGER Linus" userId="6f0a5453-1888-45a0-bf13-801e5025d94c" providerId="ADAL" clId="{92CF4132-1637-52A8-BA52-73A5C5A26ED5}" dt="2026-02-12T13:09:58.490" v="1128" actId="1076"/>
          <ac:picMkLst>
            <pc:docMk/>
            <pc:sldMk cId="1791131923" sldId="270"/>
            <ac:picMk id="6" creationId="{FADF02BB-277C-BB4F-8B9F-0A164A19AE04}"/>
          </ac:picMkLst>
        </pc:picChg>
        <pc:picChg chg="mod">
          <ac:chgData name="SCHNEEBERGER Linus" userId="6f0a5453-1888-45a0-bf13-801e5025d94c" providerId="ADAL" clId="{92CF4132-1637-52A8-BA52-73A5C5A26ED5}" dt="2026-02-12T13:09:55.440" v="1127" actId="1076"/>
          <ac:picMkLst>
            <pc:docMk/>
            <pc:sldMk cId="1791131923" sldId="270"/>
            <ac:picMk id="10" creationId="{0DB527AB-DE20-1F01-175A-AD2A82D4FC5D}"/>
          </ac:picMkLst>
        </pc:picChg>
        <pc:cxnChg chg="add mod">
          <ac:chgData name="SCHNEEBERGER Linus" userId="6f0a5453-1888-45a0-bf13-801e5025d94c" providerId="ADAL" clId="{92CF4132-1637-52A8-BA52-73A5C5A26ED5}" dt="2026-02-10T12:31:17.949" v="487" actId="208"/>
          <ac:cxnSpMkLst>
            <pc:docMk/>
            <pc:sldMk cId="1791131923" sldId="270"/>
            <ac:cxnSpMk id="21" creationId="{DEBCE97A-A4DE-621E-EE6F-A3C09B0C4D5A}"/>
          </ac:cxnSpMkLst>
        </pc:cxnChg>
        <pc:cxnChg chg="add mod">
          <ac:chgData name="SCHNEEBERGER Linus" userId="6f0a5453-1888-45a0-bf13-801e5025d94c" providerId="ADAL" clId="{92CF4132-1637-52A8-BA52-73A5C5A26ED5}" dt="2026-02-12T13:10:05.954" v="1130" actId="1076"/>
          <ac:cxnSpMkLst>
            <pc:docMk/>
            <pc:sldMk cId="1791131923" sldId="270"/>
            <ac:cxnSpMk id="25" creationId="{F9D212DB-47E4-8DC2-1C4D-24BBDDDBC263}"/>
          </ac:cxnSpMkLst>
        </pc:cxnChg>
        <pc:cxnChg chg="add mod">
          <ac:chgData name="SCHNEEBERGER Linus" userId="6f0a5453-1888-45a0-bf13-801e5025d94c" providerId="ADAL" clId="{92CF4132-1637-52A8-BA52-73A5C5A26ED5}" dt="2026-02-12T13:10:03.662" v="1129" actId="1076"/>
          <ac:cxnSpMkLst>
            <pc:docMk/>
            <pc:sldMk cId="1791131923" sldId="270"/>
            <ac:cxnSpMk id="38" creationId="{75954EB9-DB8B-F579-A0F6-FEB037F8427C}"/>
          </ac:cxnSpMkLst>
        </pc:cxnChg>
      </pc:sldChg>
      <pc:sldChg chg="del">
        <pc:chgData name="SCHNEEBERGER Linus" userId="6f0a5453-1888-45a0-bf13-801e5025d94c" providerId="ADAL" clId="{92CF4132-1637-52A8-BA52-73A5C5A26ED5}" dt="2026-02-12T14:50:10.716" v="1168" actId="2696"/>
        <pc:sldMkLst>
          <pc:docMk/>
          <pc:sldMk cId="1065647304" sldId="276"/>
        </pc:sldMkLst>
      </pc:sldChg>
      <pc:sldChg chg="del">
        <pc:chgData name="SCHNEEBERGER Linus" userId="6f0a5453-1888-45a0-bf13-801e5025d94c" providerId="ADAL" clId="{92CF4132-1637-52A8-BA52-73A5C5A26ED5}" dt="2026-02-12T14:48:22.264" v="1166" actId="2696"/>
        <pc:sldMkLst>
          <pc:docMk/>
          <pc:sldMk cId="2573007795" sldId="282"/>
        </pc:sldMkLst>
      </pc:sldChg>
      <pc:sldChg chg="modSp mod">
        <pc:chgData name="SCHNEEBERGER Linus" userId="6f0a5453-1888-45a0-bf13-801e5025d94c" providerId="ADAL" clId="{92CF4132-1637-52A8-BA52-73A5C5A26ED5}" dt="2026-02-12T14:45:55.266" v="1165" actId="1076"/>
        <pc:sldMkLst>
          <pc:docMk/>
          <pc:sldMk cId="207632662" sldId="284"/>
        </pc:sldMkLst>
        <pc:spChg chg="mod">
          <ac:chgData name="SCHNEEBERGER Linus" userId="6f0a5453-1888-45a0-bf13-801e5025d94c" providerId="ADAL" clId="{92CF4132-1637-52A8-BA52-73A5C5A26ED5}" dt="2026-02-12T14:45:31.316" v="1161" actId="20577"/>
          <ac:spMkLst>
            <pc:docMk/>
            <pc:sldMk cId="207632662" sldId="284"/>
            <ac:spMk id="2" creationId="{ACE8F81D-34B5-4DE9-E089-B30A0A4F4D6E}"/>
          </ac:spMkLst>
        </pc:spChg>
        <pc:spChg chg="mod">
          <ac:chgData name="SCHNEEBERGER Linus" userId="6f0a5453-1888-45a0-bf13-801e5025d94c" providerId="ADAL" clId="{92CF4132-1637-52A8-BA52-73A5C5A26ED5}" dt="2026-02-12T14:45:55.266" v="1165" actId="1076"/>
          <ac:spMkLst>
            <pc:docMk/>
            <pc:sldMk cId="207632662" sldId="284"/>
            <ac:spMk id="4" creationId="{A6DEA752-02F8-4669-9233-5F56702CB616}"/>
          </ac:spMkLst>
        </pc:spChg>
        <pc:picChg chg="mod">
          <ac:chgData name="SCHNEEBERGER Linus" userId="6f0a5453-1888-45a0-bf13-801e5025d94c" providerId="ADAL" clId="{92CF4132-1637-52A8-BA52-73A5C5A26ED5}" dt="2026-02-12T14:45:39.765" v="1162" actId="1076"/>
          <ac:picMkLst>
            <pc:docMk/>
            <pc:sldMk cId="207632662" sldId="284"/>
            <ac:picMk id="5" creationId="{DF5F48CE-56D7-6201-B82B-0EC0600BEECF}"/>
          </ac:picMkLst>
        </pc:picChg>
      </pc:sldChg>
      <pc:sldChg chg="add del ord">
        <pc:chgData name="SCHNEEBERGER Linus" userId="6f0a5453-1888-45a0-bf13-801e5025d94c" providerId="ADAL" clId="{92CF4132-1637-52A8-BA52-73A5C5A26ED5}" dt="2026-02-12T14:50:41.595" v="1174" actId="2696"/>
        <pc:sldMkLst>
          <pc:docMk/>
          <pc:sldMk cId="1355731175" sldId="285"/>
        </pc:sldMkLst>
      </pc:sldChg>
    </pc:docChg>
  </pc:docChgLst>
  <pc:docChgLst>
    <pc:chgData name="SCHNEEBERGER Linus" userId="S::linus.schneeberger@edhec.com::6f0a5453-1888-45a0-bf13-801e5025d94c" providerId="AD" clId="Web-{170D152B-FBDD-54BA-24B7-A1184218F72D}"/>
    <pc:docChg chg="modSld">
      <pc:chgData name="SCHNEEBERGER Linus" userId="S::linus.schneeberger@edhec.com::6f0a5453-1888-45a0-bf13-801e5025d94c" providerId="AD" clId="Web-{170D152B-FBDD-54BA-24B7-A1184218F72D}" dt="2026-02-12T20:24:15.437" v="2" actId="1076"/>
      <pc:docMkLst>
        <pc:docMk/>
      </pc:docMkLst>
      <pc:sldChg chg="modSp">
        <pc:chgData name="SCHNEEBERGER Linus" userId="S::linus.schneeberger@edhec.com::6f0a5453-1888-45a0-bf13-801e5025d94c" providerId="AD" clId="Web-{170D152B-FBDD-54BA-24B7-A1184218F72D}" dt="2026-02-12T20:24:15.437" v="2" actId="1076"/>
        <pc:sldMkLst>
          <pc:docMk/>
          <pc:sldMk cId="1791131923" sldId="270"/>
        </pc:sldMkLst>
        <pc:spChg chg="mod">
          <ac:chgData name="SCHNEEBERGER Linus" userId="S::linus.schneeberger@edhec.com::6f0a5453-1888-45a0-bf13-801e5025d94c" providerId="AD" clId="Web-{170D152B-FBDD-54BA-24B7-A1184218F72D}" dt="2026-02-12T20:24:12.312" v="1" actId="1076"/>
          <ac:spMkLst>
            <pc:docMk/>
            <pc:sldMk cId="1791131923" sldId="270"/>
            <ac:spMk id="71" creationId="{2B32CF5B-54B9-D26F-F603-DA005A009FAB}"/>
          </ac:spMkLst>
        </pc:spChg>
        <pc:spChg chg="mod">
          <ac:chgData name="SCHNEEBERGER Linus" userId="S::linus.schneeberger@edhec.com::6f0a5453-1888-45a0-bf13-801e5025d94c" providerId="AD" clId="Web-{170D152B-FBDD-54BA-24B7-A1184218F72D}" dt="2026-02-12T20:24:15.437" v="2" actId="1076"/>
          <ac:spMkLst>
            <pc:docMk/>
            <pc:sldMk cId="1791131923" sldId="270"/>
            <ac:spMk id="74" creationId="{301AF033-DB40-AA5B-789A-84CBF2900C16}"/>
          </ac:spMkLst>
        </pc:spChg>
      </pc:sldChg>
    </pc:docChg>
  </pc:docChgLst>
  <pc:docChgLst>
    <pc:chgData name="SCHNEEBERGER Linus" userId="S::linus.schneeberger@edhec.com::6f0a5453-1888-45a0-bf13-801e5025d94c" providerId="AD" clId="Web-{DBD75861-1122-9929-00B4-8F5AE3101615}"/>
    <pc:docChg chg="modSld">
      <pc:chgData name="SCHNEEBERGER Linus" userId="S::linus.schneeberger@edhec.com::6f0a5453-1888-45a0-bf13-801e5025d94c" providerId="AD" clId="Web-{DBD75861-1122-9929-00B4-8F5AE3101615}" dt="2026-02-11T22:08:24.681" v="2" actId="14100"/>
      <pc:docMkLst>
        <pc:docMk/>
      </pc:docMkLst>
      <pc:sldChg chg="addSp modSp">
        <pc:chgData name="SCHNEEBERGER Linus" userId="S::linus.schneeberger@edhec.com::6f0a5453-1888-45a0-bf13-801e5025d94c" providerId="AD" clId="Web-{DBD75861-1122-9929-00B4-8F5AE3101615}" dt="2026-02-11T22:08:24.681" v="2" actId="14100"/>
        <pc:sldMkLst>
          <pc:docMk/>
          <pc:sldMk cId="643380930" sldId="266"/>
        </pc:sldMkLst>
        <pc:spChg chg="add mod">
          <ac:chgData name="SCHNEEBERGER Linus" userId="S::linus.schneeberger@edhec.com::6f0a5453-1888-45a0-bf13-801e5025d94c" providerId="AD" clId="Web-{DBD75861-1122-9929-00B4-8F5AE3101615}" dt="2026-02-11T22:08:24.681" v="2" actId="14100"/>
          <ac:spMkLst>
            <pc:docMk/>
            <pc:sldMk cId="643380930" sldId="266"/>
            <ac:spMk id="4" creationId="{B770CDF6-8850-8DFA-1ADD-76AC05819EAE}"/>
          </ac:spMkLst>
        </pc:spChg>
      </pc:sldChg>
    </pc:docChg>
  </pc:docChgLst>
  <pc:docChgLst>
    <pc:chgData name="SCHNEEBERGER Linus" userId="S::linus.schneeberger@edhec.com::6f0a5453-1888-45a0-bf13-801e5025d94c" providerId="AD" clId="Web-{C9712CAF-B832-BC86-228A-EA27A9A95D77}"/>
    <pc:docChg chg="modSld">
      <pc:chgData name="SCHNEEBERGER Linus" userId="S::linus.schneeberger@edhec.com::6f0a5453-1888-45a0-bf13-801e5025d94c" providerId="AD" clId="Web-{C9712CAF-B832-BC86-228A-EA27A9A95D77}" dt="2026-02-12T12:53:01.109" v="5"/>
      <pc:docMkLst>
        <pc:docMk/>
      </pc:docMkLst>
      <pc:sldChg chg="modSp">
        <pc:chgData name="SCHNEEBERGER Linus" userId="S::linus.schneeberger@edhec.com::6f0a5453-1888-45a0-bf13-801e5025d94c" providerId="AD" clId="Web-{C9712CAF-B832-BC86-228A-EA27A9A95D77}" dt="2026-02-12T12:40:16.738" v="4" actId="20577"/>
        <pc:sldMkLst>
          <pc:docMk/>
          <pc:sldMk cId="3667817162" sldId="268"/>
        </pc:sldMkLst>
        <pc:spChg chg="mod">
          <ac:chgData name="SCHNEEBERGER Linus" userId="S::linus.schneeberger@edhec.com::6f0a5453-1888-45a0-bf13-801e5025d94c" providerId="AD" clId="Web-{C9712CAF-B832-BC86-228A-EA27A9A95D77}" dt="2026-02-12T12:40:16.738" v="4" actId="20577"/>
          <ac:spMkLst>
            <pc:docMk/>
            <pc:sldMk cId="3667817162" sldId="268"/>
            <ac:spMk id="22" creationId="{F102CA54-A3CD-4C8E-4618-A1C39616E83F}"/>
          </ac:spMkLst>
        </pc:spChg>
      </pc:sldChg>
      <pc:sldChg chg="addSp delSp modSp">
        <pc:chgData name="SCHNEEBERGER Linus" userId="S::linus.schneeberger@edhec.com::6f0a5453-1888-45a0-bf13-801e5025d94c" providerId="AD" clId="Web-{C9712CAF-B832-BC86-228A-EA27A9A95D77}" dt="2026-02-12T12:53:01.109" v="5"/>
        <pc:sldMkLst>
          <pc:docMk/>
          <pc:sldMk cId="1791131923" sldId="270"/>
        </pc:sldMkLst>
        <pc:picChg chg="add del mod">
          <ac:chgData name="SCHNEEBERGER Linus" userId="S::linus.schneeberger@edhec.com::6f0a5453-1888-45a0-bf13-801e5025d94c" providerId="AD" clId="Web-{C9712CAF-B832-BC86-228A-EA27A9A95D77}" dt="2026-02-12T12:24:18.475" v="1"/>
          <ac:picMkLst>
            <pc:docMk/>
            <pc:sldMk cId="1791131923" sldId="270"/>
            <ac:picMk id="5" creationId="{70956880-05E7-4864-AD0C-E40A7FF88A11}"/>
          </ac:picMkLst>
        </pc:picChg>
        <pc:picChg chg="del">
          <ac:chgData name="SCHNEEBERGER Linus" userId="S::linus.schneeberger@edhec.com::6f0a5453-1888-45a0-bf13-801e5025d94c" providerId="AD" clId="Web-{C9712CAF-B832-BC86-228A-EA27A9A95D77}" dt="2026-02-12T12:53:01.109" v="5"/>
          <ac:picMkLst>
            <pc:docMk/>
            <pc:sldMk cId="1791131923" sldId="270"/>
            <ac:picMk id="10" creationId="{9724E548-0ED2-D646-83B4-0AA8AAFDFE90}"/>
          </ac:picMkLst>
        </pc:picChg>
      </pc:sldChg>
    </pc:docChg>
  </pc:docChgLst>
  <pc:docChgLst>
    <pc:chgData name="ARAB Hugo" userId="077880a6-1cca-4966-9941-047a37d1ebf3" providerId="ADAL" clId="{0D208575-E790-51FA-9E06-B552ADDBB744}"/>
    <pc:docChg chg="undo custSel modSld">
      <pc:chgData name="ARAB Hugo" userId="077880a6-1cca-4966-9941-047a37d1ebf3" providerId="ADAL" clId="{0D208575-E790-51FA-9E06-B552ADDBB744}" dt="2026-02-12T16:10:53.290" v="1858" actId="207"/>
      <pc:docMkLst>
        <pc:docMk/>
      </pc:docMkLst>
      <pc:sldChg chg="addSp delSp modSp mod">
        <pc:chgData name="ARAB Hugo" userId="077880a6-1cca-4966-9941-047a37d1ebf3" providerId="ADAL" clId="{0D208575-E790-51FA-9E06-B552ADDBB744}" dt="2026-02-12T08:47:00.439" v="26" actId="1036"/>
        <pc:sldMkLst>
          <pc:docMk/>
          <pc:sldMk cId="643380930" sldId="266"/>
        </pc:sldMkLst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4" creationId="{B770CDF6-8850-8DFA-1ADD-76AC05819EAE}"/>
          </ac:spMkLst>
        </pc:spChg>
        <pc:spChg chg="mod topLvl">
          <ac:chgData name="ARAB Hugo" userId="077880a6-1cca-4966-9941-047a37d1ebf3" providerId="ADAL" clId="{0D208575-E790-51FA-9E06-B552ADDBB744}" dt="2026-02-12T08:46:18.364" v="7" actId="165"/>
          <ac:spMkLst>
            <pc:docMk/>
            <pc:sldMk cId="643380930" sldId="266"/>
            <ac:spMk id="50" creationId="{BC17B6A1-2FA4-9892-BF21-5B71E9381370}"/>
          </ac:spMkLst>
        </pc:spChg>
        <pc:spChg chg="mod topLvl">
          <ac:chgData name="ARAB Hugo" userId="077880a6-1cca-4966-9941-047a37d1ebf3" providerId="ADAL" clId="{0D208575-E790-51FA-9E06-B552ADDBB744}" dt="2026-02-12T08:46:18.364" v="7" actId="165"/>
          <ac:spMkLst>
            <pc:docMk/>
            <pc:sldMk cId="643380930" sldId="266"/>
            <ac:spMk id="51" creationId="{57E1CF15-ED05-DC39-C91C-9E92BC057C7C}"/>
          </ac:spMkLst>
        </pc:spChg>
        <pc:spChg chg="mod">
          <ac:chgData name="ARAB Hugo" userId="077880a6-1cca-4966-9941-047a37d1ebf3" providerId="ADAL" clId="{0D208575-E790-51FA-9E06-B552ADDBB744}" dt="2026-02-12T08:46:49.523" v="13" actId="1076"/>
          <ac:spMkLst>
            <pc:docMk/>
            <pc:sldMk cId="643380930" sldId="266"/>
            <ac:spMk id="58" creationId="{B05B91C0-CBD8-F6E4-60DE-7C6C2E78DAA3}"/>
          </ac:spMkLst>
        </pc:spChg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61" creationId="{6F211BCC-1149-8795-568C-5007780AE048}"/>
          </ac:spMkLst>
        </pc:spChg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83" creationId="{81B3A294-F49B-74A7-E086-1C1066EDE7C5}"/>
          </ac:spMkLst>
        </pc:spChg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100" creationId="{EAEF88D3-8A02-F323-F6C6-12C7463A1885}"/>
          </ac:spMkLst>
        </pc:spChg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101" creationId="{25CDAFA4-A589-D21C-FF68-65A61F2C8E81}"/>
          </ac:spMkLst>
        </pc:spChg>
        <pc:spChg chg="mod">
          <ac:chgData name="ARAB Hugo" userId="077880a6-1cca-4966-9941-047a37d1ebf3" providerId="ADAL" clId="{0D208575-E790-51FA-9E06-B552ADDBB744}" dt="2026-02-12T08:46:49.523" v="13" actId="1076"/>
          <ac:spMkLst>
            <pc:docMk/>
            <pc:sldMk cId="643380930" sldId="266"/>
            <ac:spMk id="102" creationId="{4F1A3AD1-22B6-736C-05EB-E6ABC7F614F3}"/>
          </ac:spMkLst>
        </pc:spChg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103" creationId="{FA7FCF11-C8A5-4481-4166-B3974044DFE9}"/>
          </ac:spMkLst>
        </pc:spChg>
        <pc:spChg chg="mod">
          <ac:chgData name="ARAB Hugo" userId="077880a6-1cca-4966-9941-047a37d1ebf3" providerId="ADAL" clId="{0D208575-E790-51FA-9E06-B552ADDBB744}" dt="2026-02-12T08:46:32.203" v="10" actId="14100"/>
          <ac:spMkLst>
            <pc:docMk/>
            <pc:sldMk cId="643380930" sldId="266"/>
            <ac:spMk id="107" creationId="{85251921-BBC1-48B4-3EDE-4C5D4E4A71E1}"/>
          </ac:spMkLst>
        </pc:spChg>
        <pc:spChg chg="mod">
          <ac:chgData name="ARAB Hugo" userId="077880a6-1cca-4966-9941-047a37d1ebf3" providerId="ADAL" clId="{0D208575-E790-51FA-9E06-B552ADDBB744}" dt="2026-02-12T08:46:29.663" v="9" actId="14100"/>
          <ac:spMkLst>
            <pc:docMk/>
            <pc:sldMk cId="643380930" sldId="266"/>
            <ac:spMk id="108" creationId="{6AF70F25-08BA-A749-CFAD-D2B839CEDB2D}"/>
          </ac:spMkLst>
        </pc:spChg>
        <pc:spChg chg="mod">
          <ac:chgData name="ARAB Hugo" userId="077880a6-1cca-4966-9941-047a37d1ebf3" providerId="ADAL" clId="{0D208575-E790-51FA-9E06-B552ADDBB744}" dt="2026-02-12T08:46:26.336" v="8" actId="14100"/>
          <ac:spMkLst>
            <pc:docMk/>
            <pc:sldMk cId="643380930" sldId="266"/>
            <ac:spMk id="109" creationId="{BD5A889F-9CAE-0FCC-DACE-B81BB0303D23}"/>
          </ac:spMkLst>
        </pc:spChg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110" creationId="{BEE0AF6C-6422-DC06-5D20-A47A53E21C49}"/>
          </ac:spMkLst>
        </pc:spChg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116" creationId="{715D58B8-6D54-1E72-C270-773ECECDAE8B}"/>
          </ac:spMkLst>
        </pc:spChg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119" creationId="{2B148542-8477-2FB0-B239-00E0EB943A34}"/>
          </ac:spMkLst>
        </pc:spChg>
        <pc:spChg chg="mod">
          <ac:chgData name="ARAB Hugo" userId="077880a6-1cca-4966-9941-047a37d1ebf3" providerId="ADAL" clId="{0D208575-E790-51FA-9E06-B552ADDBB744}" dt="2026-02-12T08:47:00.439" v="26" actId="1036"/>
          <ac:spMkLst>
            <pc:docMk/>
            <pc:sldMk cId="643380930" sldId="266"/>
            <ac:spMk id="123" creationId="{ED402501-64A8-E356-0B3E-CF203ABD791F}"/>
          </ac:spMkLst>
        </pc:spChg>
        <pc:grpChg chg="add del">
          <ac:chgData name="ARAB Hugo" userId="077880a6-1cca-4966-9941-047a37d1ebf3" providerId="ADAL" clId="{0D208575-E790-51FA-9E06-B552ADDBB744}" dt="2026-02-12T08:46:18.364" v="7" actId="165"/>
          <ac:grpSpMkLst>
            <pc:docMk/>
            <pc:sldMk cId="643380930" sldId="266"/>
            <ac:grpSpMk id="49" creationId="{54593AC2-34BC-4822-8DA5-FFF223592060}"/>
          </ac:grpSpMkLst>
        </pc:grpChg>
      </pc:sldChg>
      <pc:sldChg chg="addSp delSp modSp mod">
        <pc:chgData name="ARAB Hugo" userId="077880a6-1cca-4966-9941-047a37d1ebf3" providerId="ADAL" clId="{0D208575-E790-51FA-9E06-B552ADDBB744}" dt="2026-02-12T16:10:53.290" v="1858" actId="207"/>
        <pc:sldMkLst>
          <pc:docMk/>
          <pc:sldMk cId="1949018917" sldId="269"/>
        </pc:sldMkLst>
        <pc:spChg chg="mod">
          <ac:chgData name="ARAB Hugo" userId="077880a6-1cca-4966-9941-047a37d1ebf3" providerId="ADAL" clId="{0D208575-E790-51FA-9E06-B552ADDBB744}" dt="2026-02-12T08:55:01.371" v="36" actId="20577"/>
          <ac:spMkLst>
            <pc:docMk/>
            <pc:sldMk cId="1949018917" sldId="269"/>
            <ac:spMk id="2" creationId="{7F9B1227-CA2E-8C84-2F3E-FF684E2C05C6}"/>
          </ac:spMkLst>
        </pc:spChg>
        <pc:spChg chg="add mod">
          <ac:chgData name="ARAB Hugo" userId="077880a6-1cca-4966-9941-047a37d1ebf3" providerId="ADAL" clId="{0D208575-E790-51FA-9E06-B552ADDBB744}" dt="2026-02-12T16:10:53.290" v="1858" actId="207"/>
          <ac:spMkLst>
            <pc:docMk/>
            <pc:sldMk cId="1949018917" sldId="269"/>
            <ac:spMk id="3" creationId="{3ACD39AB-BA26-3EAF-7E8A-D99935575F6C}"/>
          </ac:spMkLst>
        </pc:spChg>
        <pc:spChg chg="del mod">
          <ac:chgData name="ARAB Hugo" userId="077880a6-1cca-4966-9941-047a37d1ebf3" providerId="ADAL" clId="{0D208575-E790-51FA-9E06-B552ADDBB744}" dt="2026-02-12T09:01:38.383" v="95" actId="478"/>
          <ac:spMkLst>
            <pc:docMk/>
            <pc:sldMk cId="1949018917" sldId="269"/>
            <ac:spMk id="4" creationId="{1DABECDF-5D6B-3790-5E49-62AF597C21A9}"/>
          </ac:spMkLst>
        </pc:spChg>
        <pc:spChg chg="add mod">
          <ac:chgData name="ARAB Hugo" userId="077880a6-1cca-4966-9941-047a37d1ebf3" providerId="ADAL" clId="{0D208575-E790-51FA-9E06-B552ADDBB744}" dt="2026-02-12T09:08:33.539" v="173" actId="207"/>
          <ac:spMkLst>
            <pc:docMk/>
            <pc:sldMk cId="1949018917" sldId="269"/>
            <ac:spMk id="5" creationId="{52C3EE99-E13C-0283-ADFE-D91AA5F70ECB}"/>
          </ac:spMkLst>
        </pc:spChg>
        <pc:spChg chg="add mod">
          <ac:chgData name="ARAB Hugo" userId="077880a6-1cca-4966-9941-047a37d1ebf3" providerId="ADAL" clId="{0D208575-E790-51FA-9E06-B552ADDBB744}" dt="2026-02-12T09:05:11.283" v="144" actId="1076"/>
          <ac:spMkLst>
            <pc:docMk/>
            <pc:sldMk cId="1949018917" sldId="269"/>
            <ac:spMk id="6" creationId="{10F9A6F8-88DB-6B57-F485-AE6AD7BE65A1}"/>
          </ac:spMkLst>
        </pc:spChg>
        <pc:spChg chg="add mod">
          <ac:chgData name="ARAB Hugo" userId="077880a6-1cca-4966-9941-047a37d1ebf3" providerId="ADAL" clId="{0D208575-E790-51FA-9E06-B552ADDBB744}" dt="2026-02-12T09:05:11.283" v="144" actId="1076"/>
          <ac:spMkLst>
            <pc:docMk/>
            <pc:sldMk cId="1949018917" sldId="269"/>
            <ac:spMk id="7" creationId="{4FBB93F0-002A-AC85-593B-64739A29102C}"/>
          </ac:spMkLst>
        </pc:spChg>
        <pc:spChg chg="add mod">
          <ac:chgData name="ARAB Hugo" userId="077880a6-1cca-4966-9941-047a37d1ebf3" providerId="ADAL" clId="{0D208575-E790-51FA-9E06-B552ADDBB744}" dt="2026-02-12T10:35:20.914" v="1139" actId="113"/>
          <ac:spMkLst>
            <pc:docMk/>
            <pc:sldMk cId="1949018917" sldId="269"/>
            <ac:spMk id="12" creationId="{BBCD899B-83E2-2EAA-5BFB-5A661E2345CD}"/>
          </ac:spMkLst>
        </pc:spChg>
        <pc:spChg chg="add mod">
          <ac:chgData name="ARAB Hugo" userId="077880a6-1cca-4966-9941-047a37d1ebf3" providerId="ADAL" clId="{0D208575-E790-51FA-9E06-B552ADDBB744}" dt="2026-02-12T09:09:02.034" v="174"/>
          <ac:spMkLst>
            <pc:docMk/>
            <pc:sldMk cId="1949018917" sldId="269"/>
            <ac:spMk id="14" creationId="{90EC34C5-CC08-156A-8F0C-A80365D5CF28}"/>
          </ac:spMkLst>
        </pc:spChg>
        <pc:spChg chg="add mod">
          <ac:chgData name="ARAB Hugo" userId="077880a6-1cca-4966-9941-047a37d1ebf3" providerId="ADAL" clId="{0D208575-E790-51FA-9E06-B552ADDBB744}" dt="2026-02-12T10:35:30.462" v="1143" actId="113"/>
          <ac:spMkLst>
            <pc:docMk/>
            <pc:sldMk cId="1949018917" sldId="269"/>
            <ac:spMk id="15" creationId="{1ED1174B-6570-CB53-6FA7-08BFFC076FC2}"/>
          </ac:spMkLst>
        </pc:spChg>
        <pc:spChg chg="add mod">
          <ac:chgData name="ARAB Hugo" userId="077880a6-1cca-4966-9941-047a37d1ebf3" providerId="ADAL" clId="{0D208575-E790-51FA-9E06-B552ADDBB744}" dt="2026-02-12T09:13:13.740" v="202" actId="20577"/>
          <ac:spMkLst>
            <pc:docMk/>
            <pc:sldMk cId="1949018917" sldId="269"/>
            <ac:spMk id="16" creationId="{71F23D37-F42C-7835-2F42-E3C278C6AFCF}"/>
          </ac:spMkLst>
        </pc:spChg>
        <pc:spChg chg="add mod">
          <ac:chgData name="ARAB Hugo" userId="077880a6-1cca-4966-9941-047a37d1ebf3" providerId="ADAL" clId="{0D208575-E790-51FA-9E06-B552ADDBB744}" dt="2026-02-12T10:40:15.160" v="1195" actId="948"/>
          <ac:spMkLst>
            <pc:docMk/>
            <pc:sldMk cId="1949018917" sldId="269"/>
            <ac:spMk id="17" creationId="{43059FAF-95BA-87F2-C824-3B8EAAC0A9C1}"/>
          </ac:spMkLst>
        </pc:spChg>
        <pc:spChg chg="add mod">
          <ac:chgData name="ARAB Hugo" userId="077880a6-1cca-4966-9941-047a37d1ebf3" providerId="ADAL" clId="{0D208575-E790-51FA-9E06-B552ADDBB744}" dt="2026-02-12T09:30:36.745" v="240" actId="20577"/>
          <ac:spMkLst>
            <pc:docMk/>
            <pc:sldMk cId="1949018917" sldId="269"/>
            <ac:spMk id="18" creationId="{014AC42A-321F-6FA0-2739-169807A47CCD}"/>
          </ac:spMkLst>
        </pc:spChg>
        <pc:spChg chg="add">
          <ac:chgData name="ARAB Hugo" userId="077880a6-1cca-4966-9941-047a37d1ebf3" providerId="ADAL" clId="{0D208575-E790-51FA-9E06-B552ADDBB744}" dt="2026-02-12T09:10:25.706" v="175"/>
          <ac:spMkLst>
            <pc:docMk/>
            <pc:sldMk cId="1949018917" sldId="269"/>
            <ac:spMk id="19" creationId="{43C18F15-38C5-A2EB-39FD-E46D4F1FC293}"/>
          </ac:spMkLst>
        </pc:spChg>
        <pc:spChg chg="add">
          <ac:chgData name="ARAB Hugo" userId="077880a6-1cca-4966-9941-047a37d1ebf3" providerId="ADAL" clId="{0D208575-E790-51FA-9E06-B552ADDBB744}" dt="2026-02-12T09:10:30.743" v="176"/>
          <ac:spMkLst>
            <pc:docMk/>
            <pc:sldMk cId="1949018917" sldId="269"/>
            <ac:spMk id="20" creationId="{60D77CA0-4203-A1D3-CBF5-C17D7706BC3E}"/>
          </ac:spMkLst>
        </pc:spChg>
        <pc:spChg chg="add del mod">
          <ac:chgData name="ARAB Hugo" userId="077880a6-1cca-4966-9941-047a37d1ebf3" providerId="ADAL" clId="{0D208575-E790-51FA-9E06-B552ADDBB744}" dt="2026-02-12T09:10:51.664" v="179" actId="478"/>
          <ac:spMkLst>
            <pc:docMk/>
            <pc:sldMk cId="1949018917" sldId="269"/>
            <ac:spMk id="21" creationId="{AFC0DF4D-D27F-D53A-0263-715FDA3EFC33}"/>
          </ac:spMkLst>
        </pc:spChg>
        <pc:spChg chg="add del mod">
          <ac:chgData name="ARAB Hugo" userId="077880a6-1cca-4966-9941-047a37d1ebf3" providerId="ADAL" clId="{0D208575-E790-51FA-9E06-B552ADDBB744}" dt="2026-02-12T09:13:37.769" v="205" actId="478"/>
          <ac:spMkLst>
            <pc:docMk/>
            <pc:sldMk cId="1949018917" sldId="269"/>
            <ac:spMk id="22" creationId="{8245898C-5198-DE6B-BEF4-27D3362CFE03}"/>
          </ac:spMkLst>
        </pc:spChg>
        <pc:spChg chg="add mod">
          <ac:chgData name="ARAB Hugo" userId="077880a6-1cca-4966-9941-047a37d1ebf3" providerId="ADAL" clId="{0D208575-E790-51FA-9E06-B552ADDBB744}" dt="2026-02-12T10:36:52.669" v="1148" actId="21"/>
          <ac:spMkLst>
            <pc:docMk/>
            <pc:sldMk cId="1949018917" sldId="269"/>
            <ac:spMk id="23" creationId="{873D1AA3-135C-7321-FBEA-1FB723558DB5}"/>
          </ac:spMkLst>
        </pc:spChg>
        <pc:spChg chg="add del mod">
          <ac:chgData name="ARAB Hugo" userId="077880a6-1cca-4966-9941-047a37d1ebf3" providerId="ADAL" clId="{0D208575-E790-51FA-9E06-B552ADDBB744}" dt="2026-02-12T09:14:17.083" v="212" actId="478"/>
          <ac:spMkLst>
            <pc:docMk/>
            <pc:sldMk cId="1949018917" sldId="269"/>
            <ac:spMk id="24" creationId="{35CF420A-D4FB-CCAB-A03B-D4791FEA6119}"/>
          </ac:spMkLst>
        </pc:spChg>
        <pc:spChg chg="add del mod">
          <ac:chgData name="ARAB Hugo" userId="077880a6-1cca-4966-9941-047a37d1ebf3" providerId="ADAL" clId="{0D208575-E790-51FA-9E06-B552ADDBB744}" dt="2026-02-12T10:40:45.797" v="1198" actId="478"/>
          <ac:spMkLst>
            <pc:docMk/>
            <pc:sldMk cId="1949018917" sldId="269"/>
            <ac:spMk id="25" creationId="{607C3ECF-7787-CEC5-B797-40D3FC43953E}"/>
          </ac:spMkLst>
        </pc:spChg>
        <pc:spChg chg="add mod">
          <ac:chgData name="ARAB Hugo" userId="077880a6-1cca-4966-9941-047a37d1ebf3" providerId="ADAL" clId="{0D208575-E790-51FA-9E06-B552ADDBB744}" dt="2026-02-12T10:41:52.905" v="1224" actId="3064"/>
          <ac:spMkLst>
            <pc:docMk/>
            <pc:sldMk cId="1949018917" sldId="269"/>
            <ac:spMk id="26" creationId="{AE1FEAEB-430A-3552-91F5-F2AD4BED8BC2}"/>
          </ac:spMkLst>
        </pc:spChg>
        <pc:spChg chg="add mod">
          <ac:chgData name="ARAB Hugo" userId="077880a6-1cca-4966-9941-047a37d1ebf3" providerId="ADAL" clId="{0D208575-E790-51FA-9E06-B552ADDBB744}" dt="2026-02-12T10:40:06.983" v="1194" actId="1076"/>
          <ac:spMkLst>
            <pc:docMk/>
            <pc:sldMk cId="1949018917" sldId="269"/>
            <ac:spMk id="27" creationId="{824FD45B-E9B3-8BCD-95ED-47EDD13B6B7F}"/>
          </ac:spMkLst>
        </pc:spChg>
        <pc:spChg chg="add mod">
          <ac:chgData name="ARAB Hugo" userId="077880a6-1cca-4966-9941-047a37d1ebf3" providerId="ADAL" clId="{0D208575-E790-51FA-9E06-B552ADDBB744}" dt="2026-02-12T10:21:43.407" v="897" actId="122"/>
          <ac:spMkLst>
            <pc:docMk/>
            <pc:sldMk cId="1949018917" sldId="269"/>
            <ac:spMk id="28" creationId="{8AF9352A-CDFE-58A2-B77D-2DF3257161F9}"/>
          </ac:spMkLst>
        </pc:spChg>
        <pc:spChg chg="add del mod">
          <ac:chgData name="ARAB Hugo" userId="077880a6-1cca-4966-9941-047a37d1ebf3" providerId="ADAL" clId="{0D208575-E790-51FA-9E06-B552ADDBB744}" dt="2026-02-12T10:26:09.906" v="1014" actId="478"/>
          <ac:spMkLst>
            <pc:docMk/>
            <pc:sldMk cId="1949018917" sldId="269"/>
            <ac:spMk id="29" creationId="{C86FCB7E-4FC5-2DC6-346D-D8EE57DCCE19}"/>
          </ac:spMkLst>
        </pc:spChg>
        <pc:spChg chg="add del mod">
          <ac:chgData name="ARAB Hugo" userId="077880a6-1cca-4966-9941-047a37d1ebf3" providerId="ADAL" clId="{0D208575-E790-51FA-9E06-B552ADDBB744}" dt="2026-02-12T10:31:27.756" v="1076" actId="478"/>
          <ac:spMkLst>
            <pc:docMk/>
            <pc:sldMk cId="1949018917" sldId="269"/>
            <ac:spMk id="30" creationId="{8D57A5E4-549E-9A5C-A7EE-0125FF0C9ED9}"/>
          </ac:spMkLst>
        </pc:spChg>
        <pc:spChg chg="add del mod">
          <ac:chgData name="ARAB Hugo" userId="077880a6-1cca-4966-9941-047a37d1ebf3" providerId="ADAL" clId="{0D208575-E790-51FA-9E06-B552ADDBB744}" dt="2026-02-12T10:40:45.929" v="1200"/>
          <ac:spMkLst>
            <pc:docMk/>
            <pc:sldMk cId="1949018917" sldId="269"/>
            <ac:spMk id="31" creationId="{B90F2E92-8BB5-FAA7-6C3A-316C5D0228F6}"/>
          </ac:spMkLst>
        </pc:spChg>
        <pc:spChg chg="add">
          <ac:chgData name="ARAB Hugo" userId="077880a6-1cca-4966-9941-047a37d1ebf3" providerId="ADAL" clId="{0D208575-E790-51FA-9E06-B552ADDBB744}" dt="2026-02-12T10:44:39.313" v="1227"/>
          <ac:spMkLst>
            <pc:docMk/>
            <pc:sldMk cId="1949018917" sldId="269"/>
            <ac:spMk id="32" creationId="{0DF52FF6-7C94-6134-C638-0222CA7FE20A}"/>
          </ac:spMkLst>
        </pc:spChg>
        <pc:picChg chg="add mod">
          <ac:chgData name="ARAB Hugo" userId="077880a6-1cca-4966-9941-047a37d1ebf3" providerId="ADAL" clId="{0D208575-E790-51FA-9E06-B552ADDBB744}" dt="2026-02-12T09:05:11.283" v="144" actId="1076"/>
          <ac:picMkLst>
            <pc:docMk/>
            <pc:sldMk cId="1949018917" sldId="269"/>
            <ac:picMk id="9" creationId="{DF95BEA9-9A7A-3980-E02C-DE89158D7F60}"/>
          </ac:picMkLst>
        </pc:picChg>
        <pc:picChg chg="add mod">
          <ac:chgData name="ARAB Hugo" userId="077880a6-1cca-4966-9941-047a37d1ebf3" providerId="ADAL" clId="{0D208575-E790-51FA-9E06-B552ADDBB744}" dt="2026-02-12T09:05:11.283" v="144" actId="1076"/>
          <ac:picMkLst>
            <pc:docMk/>
            <pc:sldMk cId="1949018917" sldId="269"/>
            <ac:picMk id="11" creationId="{1531180F-5EED-49B0-92BD-A76548125BE0}"/>
          </ac:picMkLst>
        </pc:picChg>
      </pc:sldChg>
      <pc:sldChg chg="addSp delSp modSp mod">
        <pc:chgData name="ARAB Hugo" userId="077880a6-1cca-4966-9941-047a37d1ebf3" providerId="ADAL" clId="{0D208575-E790-51FA-9E06-B552ADDBB744}" dt="2026-02-12T15:46:43.168" v="1794" actId="207"/>
        <pc:sldMkLst>
          <pc:docMk/>
          <pc:sldMk cId="1791131923" sldId="270"/>
        </pc:sldMkLst>
        <pc:spChg chg="mod">
          <ac:chgData name="ARAB Hugo" userId="077880a6-1cca-4966-9941-047a37d1ebf3" providerId="ADAL" clId="{0D208575-E790-51FA-9E06-B552ADDBB744}" dt="2026-02-12T15:08:40.030" v="1699" actId="1035"/>
          <ac:spMkLst>
            <pc:docMk/>
            <pc:sldMk cId="1791131923" sldId="270"/>
            <ac:spMk id="8" creationId="{4E73B2BA-9311-99DC-E692-05539E39CBFA}"/>
          </ac:spMkLst>
        </pc:spChg>
        <pc:spChg chg="add mod">
          <ac:chgData name="ARAB Hugo" userId="077880a6-1cca-4966-9941-047a37d1ebf3" providerId="ADAL" clId="{0D208575-E790-51FA-9E06-B552ADDBB744}" dt="2026-02-12T13:15:06.615" v="1281"/>
          <ac:spMkLst>
            <pc:docMk/>
            <pc:sldMk cId="1791131923" sldId="270"/>
            <ac:spMk id="11" creationId="{4D7B3A8B-D3EA-CB2D-A5D4-4C4BA7EE3275}"/>
          </ac:spMkLst>
        </pc:spChg>
        <pc:spChg chg="mod">
          <ac:chgData name="ARAB Hugo" userId="077880a6-1cca-4966-9941-047a37d1ebf3" providerId="ADAL" clId="{0D208575-E790-51FA-9E06-B552ADDBB744}" dt="2026-02-12T15:14:36.069" v="1786" actId="12789"/>
          <ac:spMkLst>
            <pc:docMk/>
            <pc:sldMk cId="1791131923" sldId="270"/>
            <ac:spMk id="12" creationId="{17265FE8-9E8F-07FB-3517-D1CF9656FF4D}"/>
          </ac:spMkLst>
        </pc:spChg>
        <pc:spChg chg="mod">
          <ac:chgData name="ARAB Hugo" userId="077880a6-1cca-4966-9941-047a37d1ebf3" providerId="ADAL" clId="{0D208575-E790-51FA-9E06-B552ADDBB744}" dt="2026-02-12T15:07:45.434" v="1685" actId="1076"/>
          <ac:spMkLst>
            <pc:docMk/>
            <pc:sldMk cId="1791131923" sldId="270"/>
            <ac:spMk id="16" creationId="{0A7AF166-7B6C-4B60-BA53-8E6BC70FABBE}"/>
          </ac:spMkLst>
        </pc:spChg>
        <pc:spChg chg="mod">
          <ac:chgData name="ARAB Hugo" userId="077880a6-1cca-4966-9941-047a37d1ebf3" providerId="ADAL" clId="{0D208575-E790-51FA-9E06-B552ADDBB744}" dt="2026-02-12T15:46:43.168" v="1794" actId="207"/>
          <ac:spMkLst>
            <pc:docMk/>
            <pc:sldMk cId="1791131923" sldId="270"/>
            <ac:spMk id="18" creationId="{2D9F0E59-3F1A-4175-FF5F-F229286428AA}"/>
          </ac:spMkLst>
        </pc:spChg>
        <pc:spChg chg="mod">
          <ac:chgData name="ARAB Hugo" userId="077880a6-1cca-4966-9941-047a37d1ebf3" providerId="ADAL" clId="{0D208575-E790-51FA-9E06-B552ADDBB744}" dt="2026-02-12T15:12:50.021" v="1756" actId="1076"/>
          <ac:spMkLst>
            <pc:docMk/>
            <pc:sldMk cId="1791131923" sldId="270"/>
            <ac:spMk id="27" creationId="{7366F220-E0E6-9C43-7039-C80267E624A2}"/>
          </ac:spMkLst>
        </pc:spChg>
        <pc:spChg chg="mod">
          <ac:chgData name="ARAB Hugo" userId="077880a6-1cca-4966-9941-047a37d1ebf3" providerId="ADAL" clId="{0D208575-E790-51FA-9E06-B552ADDBB744}" dt="2026-02-12T15:15:23.299" v="1793" actId="1076"/>
          <ac:spMkLst>
            <pc:docMk/>
            <pc:sldMk cId="1791131923" sldId="270"/>
            <ac:spMk id="29" creationId="{9CA5BF1D-42CB-6AB3-6DC4-6A2E12A5F1A0}"/>
          </ac:spMkLst>
        </pc:spChg>
        <pc:spChg chg="del">
          <ac:chgData name="ARAB Hugo" userId="077880a6-1cca-4966-9941-047a37d1ebf3" providerId="ADAL" clId="{0D208575-E790-51FA-9E06-B552ADDBB744}" dt="2026-02-12T15:13:12.686" v="1760" actId="478"/>
          <ac:spMkLst>
            <pc:docMk/>
            <pc:sldMk cId="1791131923" sldId="270"/>
            <ac:spMk id="34" creationId="{820098DC-B84F-B399-0F50-25FD7983F88C}"/>
          </ac:spMkLst>
        </pc:spChg>
        <pc:spChg chg="mod">
          <ac:chgData name="ARAB Hugo" userId="077880a6-1cca-4966-9941-047a37d1ebf3" providerId="ADAL" clId="{0D208575-E790-51FA-9E06-B552ADDBB744}" dt="2026-02-12T15:15:03.626" v="1791" actId="14100"/>
          <ac:spMkLst>
            <pc:docMk/>
            <pc:sldMk cId="1791131923" sldId="270"/>
            <ac:spMk id="35" creationId="{4DB01861-2C86-C563-5BC0-33814222F093}"/>
          </ac:spMkLst>
        </pc:spChg>
        <pc:spChg chg="mod">
          <ac:chgData name="ARAB Hugo" userId="077880a6-1cca-4966-9941-047a37d1ebf3" providerId="ADAL" clId="{0D208575-E790-51FA-9E06-B552ADDBB744}" dt="2026-02-12T15:12:50.021" v="1756" actId="1076"/>
          <ac:spMkLst>
            <pc:docMk/>
            <pc:sldMk cId="1791131923" sldId="270"/>
            <ac:spMk id="36" creationId="{E35A2C62-9C35-062E-44CD-9E12D0DF0F0A}"/>
          </ac:spMkLst>
        </pc:spChg>
        <pc:spChg chg="del">
          <ac:chgData name="ARAB Hugo" userId="077880a6-1cca-4966-9941-047a37d1ebf3" providerId="ADAL" clId="{0D208575-E790-51FA-9E06-B552ADDBB744}" dt="2026-02-12T15:13:15.559" v="1761" actId="478"/>
          <ac:spMkLst>
            <pc:docMk/>
            <pc:sldMk cId="1791131923" sldId="270"/>
            <ac:spMk id="37" creationId="{0AEF9E23-A701-E02A-109C-BBF05C703A3C}"/>
          </ac:spMkLst>
        </pc:spChg>
        <pc:spChg chg="add del mod">
          <ac:chgData name="ARAB Hugo" userId="077880a6-1cca-4966-9941-047a37d1ebf3" providerId="ADAL" clId="{0D208575-E790-51FA-9E06-B552ADDBB744}" dt="2026-02-12T13:19:26.625" v="1593" actId="478"/>
          <ac:spMkLst>
            <pc:docMk/>
            <pc:sldMk cId="1791131923" sldId="270"/>
            <ac:spMk id="42" creationId="{481AAE50-51CA-EE76-BDBF-7FFAB12C1DA9}"/>
          </ac:spMkLst>
        </pc:spChg>
        <pc:spChg chg="mod">
          <ac:chgData name="ARAB Hugo" userId="077880a6-1cca-4966-9941-047a37d1ebf3" providerId="ADAL" clId="{0D208575-E790-51FA-9E06-B552ADDBB744}" dt="2026-02-12T15:14:36.069" v="1786" actId="12789"/>
          <ac:spMkLst>
            <pc:docMk/>
            <pc:sldMk cId="1791131923" sldId="270"/>
            <ac:spMk id="49" creationId="{2E88DC5F-4106-1EEB-5B0F-CB9A95F7FD3F}"/>
          </ac:spMkLst>
        </pc:spChg>
        <pc:spChg chg="del">
          <ac:chgData name="ARAB Hugo" userId="077880a6-1cca-4966-9941-047a37d1ebf3" providerId="ADAL" clId="{0D208575-E790-51FA-9E06-B552ADDBB744}" dt="2026-02-12T13:22:57.149" v="1621" actId="478"/>
          <ac:spMkLst>
            <pc:docMk/>
            <pc:sldMk cId="1791131923" sldId="270"/>
            <ac:spMk id="60" creationId="{0B2A3F3F-CBB3-6533-0C06-5295027D28F4}"/>
          </ac:spMkLst>
        </pc:spChg>
        <pc:spChg chg="mod">
          <ac:chgData name="ARAB Hugo" userId="077880a6-1cca-4966-9941-047a37d1ebf3" providerId="ADAL" clId="{0D208575-E790-51FA-9E06-B552ADDBB744}" dt="2026-02-12T15:07:48.170" v="1686" actId="1076"/>
          <ac:spMkLst>
            <pc:docMk/>
            <pc:sldMk cId="1791131923" sldId="270"/>
            <ac:spMk id="61" creationId="{79FEF635-985D-1AA8-B224-207956AEE33D}"/>
          </ac:spMkLst>
        </pc:spChg>
        <pc:spChg chg="add mod">
          <ac:chgData name="ARAB Hugo" userId="077880a6-1cca-4966-9941-047a37d1ebf3" providerId="ADAL" clId="{0D208575-E790-51FA-9E06-B552ADDBB744}" dt="2026-02-12T15:15:03.626" v="1791" actId="14100"/>
          <ac:spMkLst>
            <pc:docMk/>
            <pc:sldMk cId="1791131923" sldId="270"/>
            <ac:spMk id="71" creationId="{2B32CF5B-54B9-D26F-F603-DA005A009FAB}"/>
          </ac:spMkLst>
        </pc:spChg>
        <pc:spChg chg="add mod">
          <ac:chgData name="ARAB Hugo" userId="077880a6-1cca-4966-9941-047a37d1ebf3" providerId="ADAL" clId="{0D208575-E790-51FA-9E06-B552ADDBB744}" dt="2026-02-12T15:15:03.626" v="1791" actId="14100"/>
          <ac:spMkLst>
            <pc:docMk/>
            <pc:sldMk cId="1791131923" sldId="270"/>
            <ac:spMk id="72" creationId="{A0CEE943-4B1C-FC4F-F1B0-7624ED4102AF}"/>
          </ac:spMkLst>
        </pc:spChg>
        <pc:spChg chg="add mod">
          <ac:chgData name="ARAB Hugo" userId="077880a6-1cca-4966-9941-047a37d1ebf3" providerId="ADAL" clId="{0D208575-E790-51FA-9E06-B552ADDBB744}" dt="2026-02-12T15:15:03.626" v="1791" actId="14100"/>
          <ac:spMkLst>
            <pc:docMk/>
            <pc:sldMk cId="1791131923" sldId="270"/>
            <ac:spMk id="73" creationId="{5B1B53D5-E318-0CEF-FAAD-D1FB0DD44038}"/>
          </ac:spMkLst>
        </pc:spChg>
        <pc:spChg chg="add mod">
          <ac:chgData name="ARAB Hugo" userId="077880a6-1cca-4966-9941-047a37d1ebf3" providerId="ADAL" clId="{0D208575-E790-51FA-9E06-B552ADDBB744}" dt="2026-02-12T15:15:03.626" v="1791" actId="14100"/>
          <ac:spMkLst>
            <pc:docMk/>
            <pc:sldMk cId="1791131923" sldId="270"/>
            <ac:spMk id="74" creationId="{301AF033-DB40-AA5B-789A-84CBF2900C16}"/>
          </ac:spMkLst>
        </pc:spChg>
        <pc:spChg chg="add mod">
          <ac:chgData name="ARAB Hugo" userId="077880a6-1cca-4966-9941-047a37d1ebf3" providerId="ADAL" clId="{0D208575-E790-51FA-9E06-B552ADDBB744}" dt="2026-02-12T15:15:03.626" v="1791" actId="14100"/>
          <ac:spMkLst>
            <pc:docMk/>
            <pc:sldMk cId="1791131923" sldId="270"/>
            <ac:spMk id="75" creationId="{56FDD0C4-F33C-E23E-DD0E-C0DAEA1A96E7}"/>
          </ac:spMkLst>
        </pc:spChg>
        <pc:spChg chg="add mod">
          <ac:chgData name="ARAB Hugo" userId="077880a6-1cca-4966-9941-047a37d1ebf3" providerId="ADAL" clId="{0D208575-E790-51FA-9E06-B552ADDBB744}" dt="2026-02-12T15:15:08.228" v="1792" actId="14100"/>
          <ac:spMkLst>
            <pc:docMk/>
            <pc:sldMk cId="1791131923" sldId="270"/>
            <ac:spMk id="76" creationId="{6C07E6B0-DAAD-EB46-2949-B924AC100CC5}"/>
          </ac:spMkLst>
        </pc:spChg>
        <pc:picChg chg="add del mod">
          <ac:chgData name="ARAB Hugo" userId="077880a6-1cca-4966-9941-047a37d1ebf3" providerId="ADAL" clId="{0D208575-E790-51FA-9E06-B552ADDBB744}" dt="2026-02-12T12:48:05.325" v="1271" actId="478"/>
          <ac:picMkLst>
            <pc:docMk/>
            <pc:sldMk cId="1791131923" sldId="270"/>
            <ac:picMk id="6" creationId="{1F7C6DBB-2440-7D1A-0A75-606751361501}"/>
          </ac:picMkLst>
        </pc:picChg>
        <pc:picChg chg="mod">
          <ac:chgData name="ARAB Hugo" userId="077880a6-1cca-4966-9941-047a37d1ebf3" providerId="ADAL" clId="{0D208575-E790-51FA-9E06-B552ADDBB744}" dt="2026-02-12T15:14:36.069" v="1786" actId="12789"/>
          <ac:picMkLst>
            <pc:docMk/>
            <pc:sldMk cId="1791131923" sldId="270"/>
            <ac:picMk id="6" creationId="{FADF02BB-277C-BB4F-8B9F-0A164A19AE04}"/>
          </ac:picMkLst>
        </pc:picChg>
        <pc:picChg chg="mod">
          <ac:chgData name="ARAB Hugo" userId="077880a6-1cca-4966-9941-047a37d1ebf3" providerId="ADAL" clId="{0D208575-E790-51FA-9E06-B552ADDBB744}" dt="2026-02-12T15:14:36.069" v="1786" actId="12789"/>
          <ac:picMkLst>
            <pc:docMk/>
            <pc:sldMk cId="1791131923" sldId="270"/>
            <ac:picMk id="7" creationId="{AED9A909-FA31-D76F-646C-E4377BFDEE37}"/>
          </ac:picMkLst>
        </pc:picChg>
        <pc:picChg chg="add del mod modCrop">
          <ac:chgData name="ARAB Hugo" userId="077880a6-1cca-4966-9941-047a37d1ebf3" providerId="ADAL" clId="{0D208575-E790-51FA-9E06-B552ADDBB744}" dt="2026-02-12T15:14:36.069" v="1786" actId="12789"/>
          <ac:picMkLst>
            <pc:docMk/>
            <pc:sldMk cId="1791131923" sldId="270"/>
            <ac:picMk id="9" creationId="{F12FFC9A-5325-CB55-9CA4-C3A34A5D0E52}"/>
          </ac:picMkLst>
        </pc:picChg>
        <pc:picChg chg="mod">
          <ac:chgData name="ARAB Hugo" userId="077880a6-1cca-4966-9941-047a37d1ebf3" providerId="ADAL" clId="{0D208575-E790-51FA-9E06-B552ADDBB744}" dt="2026-02-12T15:14:36.069" v="1786" actId="12789"/>
          <ac:picMkLst>
            <pc:docMk/>
            <pc:sldMk cId="1791131923" sldId="270"/>
            <ac:picMk id="10" creationId="{0DB527AB-DE20-1F01-175A-AD2A82D4FC5D}"/>
          </ac:picMkLst>
        </pc:picChg>
        <pc:picChg chg="add mod">
          <ac:chgData name="ARAB Hugo" userId="077880a6-1cca-4966-9941-047a37d1ebf3" providerId="ADAL" clId="{0D208575-E790-51FA-9E06-B552ADDBB744}" dt="2026-02-12T12:48:08.681" v="1272" actId="931"/>
          <ac:picMkLst>
            <pc:docMk/>
            <pc:sldMk cId="1791131923" sldId="270"/>
            <ac:picMk id="10" creationId="{9724E548-0ED2-D646-83B4-0AA8AAFDFE90}"/>
          </ac:picMkLst>
        </pc:picChg>
        <pc:picChg chg="add del mod">
          <ac:chgData name="ARAB Hugo" userId="077880a6-1cca-4966-9941-047a37d1ebf3" providerId="ADAL" clId="{0D208575-E790-51FA-9E06-B552ADDBB744}" dt="2026-02-12T15:05:10.958" v="1664" actId="478"/>
          <ac:picMkLst>
            <pc:docMk/>
            <pc:sldMk cId="1791131923" sldId="270"/>
            <ac:picMk id="13" creationId="{3B7C342D-C8BF-AF91-829C-A88162BE78EC}"/>
          </ac:picMkLst>
        </pc:picChg>
        <pc:picChg chg="add mod">
          <ac:chgData name="ARAB Hugo" userId="077880a6-1cca-4966-9941-047a37d1ebf3" providerId="ADAL" clId="{0D208575-E790-51FA-9E06-B552ADDBB744}" dt="2026-02-12T13:22:55.582" v="1620" actId="167"/>
          <ac:picMkLst>
            <pc:docMk/>
            <pc:sldMk cId="1791131923" sldId="270"/>
            <ac:picMk id="15" creationId="{A719887D-8470-EC67-ACA9-1A407E07BA0A}"/>
          </ac:picMkLst>
        </pc:picChg>
        <pc:picChg chg="add del mod">
          <ac:chgData name="ARAB Hugo" userId="077880a6-1cca-4966-9941-047a37d1ebf3" providerId="ADAL" clId="{0D208575-E790-51FA-9E06-B552ADDBB744}" dt="2026-02-12T15:05:10.958" v="1664" actId="478"/>
          <ac:picMkLst>
            <pc:docMk/>
            <pc:sldMk cId="1791131923" sldId="270"/>
            <ac:picMk id="23" creationId="{C39EBA1D-394B-E0B4-F2C1-CDE743E34FB3}"/>
          </ac:picMkLst>
        </pc:picChg>
        <pc:picChg chg="mod">
          <ac:chgData name="ARAB Hugo" userId="077880a6-1cca-4966-9941-047a37d1ebf3" providerId="ADAL" clId="{0D208575-E790-51FA-9E06-B552ADDBB744}" dt="2026-02-12T15:14:36.069" v="1786" actId="12789"/>
          <ac:picMkLst>
            <pc:docMk/>
            <pc:sldMk cId="1791131923" sldId="270"/>
            <ac:picMk id="24" creationId="{8E52A9EF-409D-6B46-2809-537711666E95}"/>
          </ac:picMkLst>
        </pc:picChg>
        <pc:cxnChg chg="mod">
          <ac:chgData name="ARAB Hugo" userId="077880a6-1cca-4966-9941-047a37d1ebf3" providerId="ADAL" clId="{0D208575-E790-51FA-9E06-B552ADDBB744}" dt="2026-02-12T15:12:59.121" v="1758" actId="1076"/>
          <ac:cxnSpMkLst>
            <pc:docMk/>
            <pc:sldMk cId="1791131923" sldId="270"/>
            <ac:cxnSpMk id="21" creationId="{DEBCE97A-A4DE-621E-EE6F-A3C09B0C4D5A}"/>
          </ac:cxnSpMkLst>
        </pc:cxnChg>
        <pc:cxnChg chg="del mod">
          <ac:chgData name="ARAB Hugo" userId="077880a6-1cca-4966-9941-047a37d1ebf3" providerId="ADAL" clId="{0D208575-E790-51FA-9E06-B552ADDBB744}" dt="2026-02-12T15:07:17.431" v="1681" actId="478"/>
          <ac:cxnSpMkLst>
            <pc:docMk/>
            <pc:sldMk cId="1791131923" sldId="270"/>
            <ac:cxnSpMk id="22" creationId="{C4A98827-1EC5-6AF7-61C1-C6412491174E}"/>
          </ac:cxnSpMkLst>
        </pc:cxnChg>
        <pc:cxnChg chg="del mod">
          <ac:chgData name="ARAB Hugo" userId="077880a6-1cca-4966-9941-047a37d1ebf3" providerId="ADAL" clId="{0D208575-E790-51FA-9E06-B552ADDBB744}" dt="2026-02-12T15:05:37.040" v="1669" actId="478"/>
          <ac:cxnSpMkLst>
            <pc:docMk/>
            <pc:sldMk cId="1791131923" sldId="270"/>
            <ac:cxnSpMk id="25" creationId="{F9D212DB-47E4-8DC2-1C4D-24BBDDDBC263}"/>
          </ac:cxnSpMkLst>
        </pc:cxnChg>
        <pc:cxnChg chg="del mod">
          <ac:chgData name="ARAB Hugo" userId="077880a6-1cca-4966-9941-047a37d1ebf3" providerId="ADAL" clId="{0D208575-E790-51FA-9E06-B552ADDBB744}" dt="2026-02-12T15:05:45.074" v="1671" actId="478"/>
          <ac:cxnSpMkLst>
            <pc:docMk/>
            <pc:sldMk cId="1791131923" sldId="270"/>
            <ac:cxnSpMk id="38" creationId="{75954EB9-DB8B-F579-A0F6-FEB037F8427C}"/>
          </ac:cxnSpMkLst>
        </pc:cxnChg>
        <pc:cxnChg chg="add mod">
          <ac:chgData name="ARAB Hugo" userId="077880a6-1cca-4966-9941-047a37d1ebf3" providerId="ADAL" clId="{0D208575-E790-51FA-9E06-B552ADDBB744}" dt="2026-02-12T15:12:59.121" v="1758" actId="1076"/>
          <ac:cxnSpMkLst>
            <pc:docMk/>
            <pc:sldMk cId="1791131923" sldId="270"/>
            <ac:cxnSpMk id="58" creationId="{114AECBE-48BD-830C-2736-BF70D7E66BD0}"/>
          </ac:cxnSpMkLst>
        </pc:cxnChg>
        <pc:cxnChg chg="add mod">
          <ac:chgData name="ARAB Hugo" userId="077880a6-1cca-4966-9941-047a37d1ebf3" providerId="ADAL" clId="{0D208575-E790-51FA-9E06-B552ADDBB744}" dt="2026-02-12T15:15:23.299" v="1793" actId="1076"/>
          <ac:cxnSpMkLst>
            <pc:docMk/>
            <pc:sldMk cId="1791131923" sldId="270"/>
            <ac:cxnSpMk id="62" creationId="{A5FFD187-0CF7-3C59-C327-27776994AE39}"/>
          </ac:cxnSpMkLst>
        </pc:cxnChg>
        <pc:cxnChg chg="add mod">
          <ac:chgData name="ARAB Hugo" userId="077880a6-1cca-4966-9941-047a37d1ebf3" providerId="ADAL" clId="{0D208575-E790-51FA-9E06-B552ADDBB744}" dt="2026-02-12T15:13:07.769" v="1759" actId="14100"/>
          <ac:cxnSpMkLst>
            <pc:docMk/>
            <pc:sldMk cId="1791131923" sldId="270"/>
            <ac:cxnSpMk id="70" creationId="{A01E59EE-0A24-1559-B13B-5515BBACD436}"/>
          </ac:cxnSpMkLst>
        </pc:cxnChg>
      </pc:sldChg>
      <pc:sldChg chg="addSp delSp modSp mod">
        <pc:chgData name="ARAB Hugo" userId="077880a6-1cca-4966-9941-047a37d1ebf3" providerId="ADAL" clId="{0D208575-E790-51FA-9E06-B552ADDBB744}" dt="2026-02-12T15:01:32.869" v="1634" actId="207"/>
        <pc:sldMkLst>
          <pc:docMk/>
          <pc:sldMk cId="4046066040" sldId="272"/>
        </pc:sldMkLst>
        <pc:spChg chg="del">
          <ac:chgData name="ARAB Hugo" userId="077880a6-1cca-4966-9941-047a37d1ebf3" providerId="ADAL" clId="{0D208575-E790-51FA-9E06-B552ADDBB744}" dt="2026-02-12T09:31:20.759" v="247" actId="478"/>
          <ac:spMkLst>
            <pc:docMk/>
            <pc:sldMk cId="4046066040" sldId="272"/>
            <ac:spMk id="3" creationId="{750D2827-C7A3-BE90-955C-C2BAF38C1D68}"/>
          </ac:spMkLst>
        </pc:spChg>
        <pc:spChg chg="add del mod">
          <ac:chgData name="ARAB Hugo" userId="077880a6-1cca-4966-9941-047a37d1ebf3" providerId="ADAL" clId="{0D208575-E790-51FA-9E06-B552ADDBB744}" dt="2026-02-12T09:31:23.969" v="248" actId="478"/>
          <ac:spMkLst>
            <pc:docMk/>
            <pc:sldMk cId="4046066040" sldId="272"/>
            <ac:spMk id="6" creationId="{4A0C2451-C762-EBB7-24ED-70C52D6CA78F}"/>
          </ac:spMkLst>
        </pc:spChg>
        <pc:spChg chg="mod topLvl">
          <ac:chgData name="ARAB Hugo" userId="077880a6-1cca-4966-9941-047a37d1ebf3" providerId="ADAL" clId="{0D208575-E790-51FA-9E06-B552ADDBB744}" dt="2026-02-12T10:15:51.855" v="835" actId="242"/>
          <ac:spMkLst>
            <pc:docMk/>
            <pc:sldMk cId="4046066040" sldId="272"/>
            <ac:spMk id="8" creationId="{508418A9-56BE-337B-1ED8-19C37D614016}"/>
          </ac:spMkLst>
        </pc:spChg>
        <pc:spChg chg="mod topLvl">
          <ac:chgData name="ARAB Hugo" userId="077880a6-1cca-4966-9941-047a37d1ebf3" providerId="ADAL" clId="{0D208575-E790-51FA-9E06-B552ADDBB744}" dt="2026-02-12T10:11:15.332" v="705" actId="1036"/>
          <ac:spMkLst>
            <pc:docMk/>
            <pc:sldMk cId="4046066040" sldId="272"/>
            <ac:spMk id="9" creationId="{EAD66C74-495F-6B0D-775B-6A0CFE071B3A}"/>
          </ac:spMkLst>
        </pc:spChg>
        <pc:spChg chg="mod topLvl">
          <ac:chgData name="ARAB Hugo" userId="077880a6-1cca-4966-9941-047a37d1ebf3" providerId="ADAL" clId="{0D208575-E790-51FA-9E06-B552ADDBB744}" dt="2026-02-12T10:11:15.332" v="705" actId="1036"/>
          <ac:spMkLst>
            <pc:docMk/>
            <pc:sldMk cId="4046066040" sldId="272"/>
            <ac:spMk id="10" creationId="{653840CE-B2C8-DCFE-A685-BB8F5D00DD9F}"/>
          </ac:spMkLst>
        </pc:spChg>
        <pc:spChg chg="mod topLvl">
          <ac:chgData name="ARAB Hugo" userId="077880a6-1cca-4966-9941-047a37d1ebf3" providerId="ADAL" clId="{0D208575-E790-51FA-9E06-B552ADDBB744}" dt="2026-02-12T10:16:06.234" v="836" actId="242"/>
          <ac:spMkLst>
            <pc:docMk/>
            <pc:sldMk cId="4046066040" sldId="272"/>
            <ac:spMk id="11" creationId="{F7147007-59B1-3CBA-2263-97E44F969BB8}"/>
          </ac:spMkLst>
        </pc:spChg>
        <pc:spChg chg="del mod topLvl">
          <ac:chgData name="ARAB Hugo" userId="077880a6-1cca-4966-9941-047a37d1ebf3" providerId="ADAL" clId="{0D208575-E790-51FA-9E06-B552ADDBB744}" dt="2026-02-12T09:39:41.541" v="296" actId="478"/>
          <ac:spMkLst>
            <pc:docMk/>
            <pc:sldMk cId="4046066040" sldId="272"/>
            <ac:spMk id="12" creationId="{9939C099-0868-883E-AD6E-B21699EC68EE}"/>
          </ac:spMkLst>
        </pc:spChg>
        <pc:spChg chg="mod">
          <ac:chgData name="ARAB Hugo" userId="077880a6-1cca-4966-9941-047a37d1ebf3" providerId="ADAL" clId="{0D208575-E790-51FA-9E06-B552ADDBB744}" dt="2026-02-12T10:03:18.204" v="624" actId="1076"/>
          <ac:spMkLst>
            <pc:docMk/>
            <pc:sldMk cId="4046066040" sldId="272"/>
            <ac:spMk id="13" creationId="{B21C0FB3-D03F-AED8-50AC-87064758B9A0}"/>
          </ac:spMkLst>
        </pc:spChg>
        <pc:spChg chg="mod topLvl">
          <ac:chgData name="ARAB Hugo" userId="077880a6-1cca-4966-9941-047a37d1ebf3" providerId="ADAL" clId="{0D208575-E790-51FA-9E06-B552ADDBB744}" dt="2026-02-12T10:17:13.206" v="859" actId="3064"/>
          <ac:spMkLst>
            <pc:docMk/>
            <pc:sldMk cId="4046066040" sldId="272"/>
            <ac:spMk id="14" creationId="{473AFC4E-A249-B664-9C70-D0385E3F5877}"/>
          </ac:spMkLst>
        </pc:spChg>
        <pc:spChg chg="del mod topLvl">
          <ac:chgData name="ARAB Hugo" userId="077880a6-1cca-4966-9941-047a37d1ebf3" providerId="ADAL" clId="{0D208575-E790-51FA-9E06-B552ADDBB744}" dt="2026-02-12T09:39:41.541" v="296" actId="478"/>
          <ac:spMkLst>
            <pc:docMk/>
            <pc:sldMk cId="4046066040" sldId="272"/>
            <ac:spMk id="15" creationId="{377529A1-913F-7661-E5A2-D5E6A641277F}"/>
          </ac:spMkLst>
        </pc:spChg>
        <pc:spChg chg="mod topLvl">
          <ac:chgData name="ARAB Hugo" userId="077880a6-1cca-4966-9941-047a37d1ebf3" providerId="ADAL" clId="{0D208575-E790-51FA-9E06-B552ADDBB744}" dt="2026-02-12T10:03:18.204" v="624" actId="1076"/>
          <ac:spMkLst>
            <pc:docMk/>
            <pc:sldMk cId="4046066040" sldId="272"/>
            <ac:spMk id="16" creationId="{E6786923-2717-BEEB-23CC-9E3307CF5935}"/>
          </ac:spMkLst>
        </pc:spChg>
        <pc:spChg chg="mod topLvl">
          <ac:chgData name="ARAB Hugo" userId="077880a6-1cca-4966-9941-047a37d1ebf3" providerId="ADAL" clId="{0D208575-E790-51FA-9E06-B552ADDBB744}" dt="2026-02-12T10:17:13.206" v="859" actId="3064"/>
          <ac:spMkLst>
            <pc:docMk/>
            <pc:sldMk cId="4046066040" sldId="272"/>
            <ac:spMk id="17" creationId="{ADA94F0D-625D-B65B-BC66-3CE7268D7F47}"/>
          </ac:spMkLst>
        </pc:spChg>
        <pc:spChg chg="mod topLvl">
          <ac:chgData name="ARAB Hugo" userId="077880a6-1cca-4966-9941-047a37d1ebf3" providerId="ADAL" clId="{0D208575-E790-51FA-9E06-B552ADDBB744}" dt="2026-02-12T09:45:15.940" v="436" actId="20577"/>
          <ac:spMkLst>
            <pc:docMk/>
            <pc:sldMk cId="4046066040" sldId="272"/>
            <ac:spMk id="18" creationId="{0ED30AD6-BF89-0B27-7016-66652C10032F}"/>
          </ac:spMkLst>
        </pc:spChg>
        <pc:spChg chg="add mod">
          <ac:chgData name="ARAB Hugo" userId="077880a6-1cca-4966-9941-047a37d1ebf3" providerId="ADAL" clId="{0D208575-E790-51FA-9E06-B552ADDBB744}" dt="2026-02-12T10:17:13.206" v="859" actId="3064"/>
          <ac:spMkLst>
            <pc:docMk/>
            <pc:sldMk cId="4046066040" sldId="272"/>
            <ac:spMk id="19" creationId="{FFE1B924-CD15-E889-77FD-6914006A5DBC}"/>
          </ac:spMkLst>
        </pc:spChg>
        <pc:spChg chg="add mod">
          <ac:chgData name="ARAB Hugo" userId="077880a6-1cca-4966-9941-047a37d1ebf3" providerId="ADAL" clId="{0D208575-E790-51FA-9E06-B552ADDBB744}" dt="2026-02-12T10:11:15.332" v="705" actId="1036"/>
          <ac:spMkLst>
            <pc:docMk/>
            <pc:sldMk cId="4046066040" sldId="272"/>
            <ac:spMk id="20" creationId="{81A00274-F786-50A9-7F15-13540B1469AF}"/>
          </ac:spMkLst>
        </pc:spChg>
        <pc:spChg chg="add mod">
          <ac:chgData name="ARAB Hugo" userId="077880a6-1cca-4966-9941-047a37d1ebf3" providerId="ADAL" clId="{0D208575-E790-51FA-9E06-B552ADDBB744}" dt="2026-02-12T10:11:15.332" v="705" actId="1036"/>
          <ac:spMkLst>
            <pc:docMk/>
            <pc:sldMk cId="4046066040" sldId="272"/>
            <ac:spMk id="21" creationId="{7CEC9C24-BFBD-17CC-7CC0-BB61FBFBB3F6}"/>
          </ac:spMkLst>
        </pc:spChg>
        <pc:spChg chg="add mod">
          <ac:chgData name="ARAB Hugo" userId="077880a6-1cca-4966-9941-047a37d1ebf3" providerId="ADAL" clId="{0D208575-E790-51FA-9E06-B552ADDBB744}" dt="2026-02-12T10:11:15.332" v="705" actId="1036"/>
          <ac:spMkLst>
            <pc:docMk/>
            <pc:sldMk cId="4046066040" sldId="272"/>
            <ac:spMk id="22" creationId="{4686299E-2299-18E0-9AE9-FDF6A6B6FCF0}"/>
          </ac:spMkLst>
        </pc:spChg>
        <pc:spChg chg="add mod">
          <ac:chgData name="ARAB Hugo" userId="077880a6-1cca-4966-9941-047a37d1ebf3" providerId="ADAL" clId="{0D208575-E790-51FA-9E06-B552ADDBB744}" dt="2026-02-12T10:11:15.332" v="705" actId="1036"/>
          <ac:spMkLst>
            <pc:docMk/>
            <pc:sldMk cId="4046066040" sldId="272"/>
            <ac:spMk id="23" creationId="{F00D7D6B-A03A-6E22-FD60-67B04A46FD9F}"/>
          </ac:spMkLst>
        </pc:spChg>
        <pc:spChg chg="add del mod">
          <ac:chgData name="ARAB Hugo" userId="077880a6-1cca-4966-9941-047a37d1ebf3" providerId="ADAL" clId="{0D208575-E790-51FA-9E06-B552ADDBB744}" dt="2026-02-12T09:50:25.804" v="449" actId="478"/>
          <ac:spMkLst>
            <pc:docMk/>
            <pc:sldMk cId="4046066040" sldId="272"/>
            <ac:spMk id="24" creationId="{F58D8F0B-E40E-6AB8-CBD4-7AECE6F40ACF}"/>
          </ac:spMkLst>
        </pc:spChg>
        <pc:spChg chg="add del mod">
          <ac:chgData name="ARAB Hugo" userId="077880a6-1cca-4966-9941-047a37d1ebf3" providerId="ADAL" clId="{0D208575-E790-51FA-9E06-B552ADDBB744}" dt="2026-02-12T09:52:07.133" v="465" actId="478"/>
          <ac:spMkLst>
            <pc:docMk/>
            <pc:sldMk cId="4046066040" sldId="272"/>
            <ac:spMk id="25" creationId="{20D3D99B-3DD4-B5A6-27FC-8BC3FB39826E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26" creationId="{CABCF355-3416-51EF-4CC4-F0EBE54D007F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27" creationId="{7A83C844-7BC9-0D2D-9D8E-45C70E466481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28" creationId="{43C011B6-BE83-5006-3B21-99A9D54FF7D6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29" creationId="{F15FAB44-9B37-1FDE-A2F2-F0BCDEC00984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30" creationId="{48C7F328-2C19-B878-EB99-3C839077A1ED}"/>
          </ac:spMkLst>
        </pc:spChg>
        <pc:spChg chg="add">
          <ac:chgData name="ARAB Hugo" userId="077880a6-1cca-4966-9941-047a37d1ebf3" providerId="ADAL" clId="{0D208575-E790-51FA-9E06-B552ADDBB744}" dt="2026-02-12T09:56:00.977" v="511"/>
          <ac:spMkLst>
            <pc:docMk/>
            <pc:sldMk cId="4046066040" sldId="272"/>
            <ac:spMk id="31" creationId="{72D1A22A-EBB8-1B1C-93C2-E5762ABAE614}"/>
          </ac:spMkLst>
        </pc:spChg>
        <pc:spChg chg="add del mod">
          <ac:chgData name="ARAB Hugo" userId="077880a6-1cca-4966-9941-047a37d1ebf3" providerId="ADAL" clId="{0D208575-E790-51FA-9E06-B552ADDBB744}" dt="2026-02-12T09:58:00.384" v="560" actId="478"/>
          <ac:spMkLst>
            <pc:docMk/>
            <pc:sldMk cId="4046066040" sldId="272"/>
            <ac:spMk id="32" creationId="{E18031A8-15A6-791A-A26F-686B5A170039}"/>
          </ac:spMkLst>
        </pc:spChg>
        <pc:spChg chg="add del mod">
          <ac:chgData name="ARAB Hugo" userId="077880a6-1cca-4966-9941-047a37d1ebf3" providerId="ADAL" clId="{0D208575-E790-51FA-9E06-B552ADDBB744}" dt="2026-02-12T10:00:15.552" v="574"/>
          <ac:spMkLst>
            <pc:docMk/>
            <pc:sldMk cId="4046066040" sldId="272"/>
            <ac:spMk id="33" creationId="{CAE7A238-47BD-CAAA-CB56-559A1A1900FF}"/>
          </ac:spMkLst>
        </pc:spChg>
        <pc:spChg chg="add del mod">
          <ac:chgData name="ARAB Hugo" userId="077880a6-1cca-4966-9941-047a37d1ebf3" providerId="ADAL" clId="{0D208575-E790-51FA-9E06-B552ADDBB744}" dt="2026-02-12T10:00:08.553" v="569"/>
          <ac:spMkLst>
            <pc:docMk/>
            <pc:sldMk cId="4046066040" sldId="272"/>
            <ac:spMk id="34" creationId="{D3D3F416-5419-2381-10AD-88ABBF27C53C}"/>
          </ac:spMkLst>
        </pc:spChg>
        <pc:spChg chg="add del mod">
          <ac:chgData name="ARAB Hugo" userId="077880a6-1cca-4966-9941-047a37d1ebf3" providerId="ADAL" clId="{0D208575-E790-51FA-9E06-B552ADDBB744}" dt="2026-02-12T10:00:17.539" v="576"/>
          <ac:spMkLst>
            <pc:docMk/>
            <pc:sldMk cId="4046066040" sldId="272"/>
            <ac:spMk id="35" creationId="{1BD85B38-9502-67E3-C09F-6A4E4C591411}"/>
          </ac:spMkLst>
        </pc:spChg>
        <pc:spChg chg="add del mod">
          <ac:chgData name="ARAB Hugo" userId="077880a6-1cca-4966-9941-047a37d1ebf3" providerId="ADAL" clId="{0D208575-E790-51FA-9E06-B552ADDBB744}" dt="2026-02-12T10:01:02.940" v="584"/>
          <ac:spMkLst>
            <pc:docMk/>
            <pc:sldMk cId="4046066040" sldId="272"/>
            <ac:spMk id="36" creationId="{B20006F6-82F6-87B9-F8EC-FD898F0ABE72}"/>
          </ac:spMkLst>
        </pc:spChg>
        <pc:spChg chg="add del mod">
          <ac:chgData name="ARAB Hugo" userId="077880a6-1cca-4966-9941-047a37d1ebf3" providerId="ADAL" clId="{0D208575-E790-51FA-9E06-B552ADDBB744}" dt="2026-02-12T10:01:05.455" v="585" actId="478"/>
          <ac:spMkLst>
            <pc:docMk/>
            <pc:sldMk cId="4046066040" sldId="272"/>
            <ac:spMk id="37" creationId="{BE1B5E68-E604-7E17-69C4-CB4AB1EC6680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45" creationId="{09651880-4681-A632-D8E3-26FD01C29389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46" creationId="{B442000B-DEE9-AD7C-847F-EB0232A1E12D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47" creationId="{4AA29792-D399-5731-F52E-E930CC3D77B3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48" creationId="{FC3F790E-8BED-CEE9-6903-A936F09C2226}"/>
          </ac:spMkLst>
        </pc:spChg>
        <pc:spChg chg="add mod">
          <ac:chgData name="ARAB Hugo" userId="077880a6-1cca-4966-9941-047a37d1ebf3" providerId="ADAL" clId="{0D208575-E790-51FA-9E06-B552ADDBB744}" dt="2026-02-12T15:01:32.869" v="1634" actId="207"/>
          <ac:spMkLst>
            <pc:docMk/>
            <pc:sldMk cId="4046066040" sldId="272"/>
            <ac:spMk id="49" creationId="{4DD921F3-7DAB-6366-766E-DE5B65B664A5}"/>
          </ac:spMkLst>
        </pc:spChg>
        <pc:cxnChg chg="add mod">
          <ac:chgData name="ARAB Hugo" userId="077880a6-1cca-4966-9941-047a37d1ebf3" providerId="ADAL" clId="{0D208575-E790-51FA-9E06-B552ADDBB744}" dt="2026-02-12T10:07:46.905" v="679" actId="693"/>
          <ac:cxnSpMkLst>
            <pc:docMk/>
            <pc:sldMk cId="4046066040" sldId="272"/>
            <ac:cxnSpMk id="39" creationId="{BCAC51B8-C511-AD31-DBAE-5685F3324D5D}"/>
          </ac:cxnSpMkLst>
        </pc:cxnChg>
        <pc:cxnChg chg="add mod">
          <ac:chgData name="ARAB Hugo" userId="077880a6-1cca-4966-9941-047a37d1ebf3" providerId="ADAL" clId="{0D208575-E790-51FA-9E06-B552ADDBB744}" dt="2026-02-12T10:07:46.905" v="679" actId="693"/>
          <ac:cxnSpMkLst>
            <pc:docMk/>
            <pc:sldMk cId="4046066040" sldId="272"/>
            <ac:cxnSpMk id="40" creationId="{BC0E190D-5C80-5FBF-4732-6657625C706C}"/>
          </ac:cxnSpMkLst>
        </pc:cxnChg>
        <pc:cxnChg chg="add mod">
          <ac:chgData name="ARAB Hugo" userId="077880a6-1cca-4966-9941-047a37d1ebf3" providerId="ADAL" clId="{0D208575-E790-51FA-9E06-B552ADDBB744}" dt="2026-02-12T10:07:46.905" v="679" actId="693"/>
          <ac:cxnSpMkLst>
            <pc:docMk/>
            <pc:sldMk cId="4046066040" sldId="272"/>
            <ac:cxnSpMk id="41" creationId="{9000EB85-4F75-EE31-EE28-2B38C63AB8A9}"/>
          </ac:cxnSpMkLst>
        </pc:cxnChg>
        <pc:cxnChg chg="add mod">
          <ac:chgData name="ARAB Hugo" userId="077880a6-1cca-4966-9941-047a37d1ebf3" providerId="ADAL" clId="{0D208575-E790-51FA-9E06-B552ADDBB744}" dt="2026-02-12T10:07:46.905" v="679" actId="693"/>
          <ac:cxnSpMkLst>
            <pc:docMk/>
            <pc:sldMk cId="4046066040" sldId="272"/>
            <ac:cxnSpMk id="42" creationId="{0F68F5F8-847C-D1EC-D867-0C94967B6E15}"/>
          </ac:cxnSpMkLst>
        </pc:cxnChg>
        <pc:cxnChg chg="add mod">
          <ac:chgData name="ARAB Hugo" userId="077880a6-1cca-4966-9941-047a37d1ebf3" providerId="ADAL" clId="{0D208575-E790-51FA-9E06-B552ADDBB744}" dt="2026-02-12T10:08:14.038" v="681" actId="571"/>
          <ac:cxnSpMkLst>
            <pc:docMk/>
            <pc:sldMk cId="4046066040" sldId="272"/>
            <ac:cxnSpMk id="43" creationId="{78827195-85E6-FB11-8DE2-1D78C56060BF}"/>
          </ac:cxnSpMkLst>
        </pc:cxnChg>
        <pc:cxnChg chg="add mod">
          <ac:chgData name="ARAB Hugo" userId="077880a6-1cca-4966-9941-047a37d1ebf3" providerId="ADAL" clId="{0D208575-E790-51FA-9E06-B552ADDBB744}" dt="2026-02-12T10:08:21.404" v="682" actId="571"/>
          <ac:cxnSpMkLst>
            <pc:docMk/>
            <pc:sldMk cId="4046066040" sldId="272"/>
            <ac:cxnSpMk id="44" creationId="{855A0EBF-78CD-F064-65E1-FA8A139738DC}"/>
          </ac:cxnSpMkLst>
        </pc:cxnChg>
        <pc:cxnChg chg="add mod">
          <ac:chgData name="ARAB Hugo" userId="077880a6-1cca-4966-9941-047a37d1ebf3" providerId="ADAL" clId="{0D208575-E790-51FA-9E06-B552ADDBB744}" dt="2026-02-12T10:11:28.424" v="706" actId="571"/>
          <ac:cxnSpMkLst>
            <pc:docMk/>
            <pc:sldMk cId="4046066040" sldId="272"/>
            <ac:cxnSpMk id="50" creationId="{372657FE-EBDB-A43E-5AA8-BD899599EF02}"/>
          </ac:cxnSpMkLst>
        </pc:cxnChg>
        <pc:cxnChg chg="add mod">
          <ac:chgData name="ARAB Hugo" userId="077880a6-1cca-4966-9941-047a37d1ebf3" providerId="ADAL" clId="{0D208575-E790-51FA-9E06-B552ADDBB744}" dt="2026-02-12T10:11:28.424" v="706" actId="571"/>
          <ac:cxnSpMkLst>
            <pc:docMk/>
            <pc:sldMk cId="4046066040" sldId="272"/>
            <ac:cxnSpMk id="51" creationId="{AF1BC4F2-73BD-A87E-021E-AFCCF0493D96}"/>
          </ac:cxnSpMkLst>
        </pc:cxnChg>
        <pc:cxnChg chg="add mod">
          <ac:chgData name="ARAB Hugo" userId="077880a6-1cca-4966-9941-047a37d1ebf3" providerId="ADAL" clId="{0D208575-E790-51FA-9E06-B552ADDBB744}" dt="2026-02-12T10:11:28.424" v="706" actId="571"/>
          <ac:cxnSpMkLst>
            <pc:docMk/>
            <pc:sldMk cId="4046066040" sldId="272"/>
            <ac:cxnSpMk id="52" creationId="{9D215778-1C85-5B10-9792-8FB01EE2364B}"/>
          </ac:cxnSpMkLst>
        </pc:cxnChg>
        <pc:cxnChg chg="add mod">
          <ac:chgData name="ARAB Hugo" userId="077880a6-1cca-4966-9941-047a37d1ebf3" providerId="ADAL" clId="{0D208575-E790-51FA-9E06-B552ADDBB744}" dt="2026-02-12T10:11:28.424" v="706" actId="571"/>
          <ac:cxnSpMkLst>
            <pc:docMk/>
            <pc:sldMk cId="4046066040" sldId="272"/>
            <ac:cxnSpMk id="53" creationId="{F3B5E631-B7E0-5FE7-D6AA-A941519A3F34}"/>
          </ac:cxnSpMkLst>
        </pc:cxnChg>
        <pc:cxnChg chg="add mod">
          <ac:chgData name="ARAB Hugo" userId="077880a6-1cca-4966-9941-047a37d1ebf3" providerId="ADAL" clId="{0D208575-E790-51FA-9E06-B552ADDBB744}" dt="2026-02-12T10:11:28.424" v="706" actId="571"/>
          <ac:cxnSpMkLst>
            <pc:docMk/>
            <pc:sldMk cId="4046066040" sldId="272"/>
            <ac:cxnSpMk id="54" creationId="{09E3A1C4-B4E9-483A-C190-3F4B11ECBEF9}"/>
          </ac:cxnSpMkLst>
        </pc:cxnChg>
      </pc:sldChg>
      <pc:sldChg chg="modSp mod">
        <pc:chgData name="ARAB Hugo" userId="077880a6-1cca-4966-9941-047a37d1ebf3" providerId="ADAL" clId="{0D208575-E790-51FA-9E06-B552ADDBB744}" dt="2026-02-12T09:36:22.655" v="275" actId="207"/>
        <pc:sldMkLst>
          <pc:docMk/>
          <pc:sldMk cId="3069003585" sldId="273"/>
        </pc:sldMkLst>
        <pc:spChg chg="mod">
          <ac:chgData name="ARAB Hugo" userId="077880a6-1cca-4966-9941-047a37d1ebf3" providerId="ADAL" clId="{0D208575-E790-51FA-9E06-B552ADDBB744}" dt="2026-02-12T09:36:22.655" v="275" actId="207"/>
          <ac:spMkLst>
            <pc:docMk/>
            <pc:sldMk cId="3069003585" sldId="273"/>
            <ac:spMk id="110" creationId="{9BAE0A43-C6CB-9C82-6613-9AA694985C27}"/>
          </ac:spMkLst>
        </pc:spChg>
        <pc:spChg chg="mod">
          <ac:chgData name="ARAB Hugo" userId="077880a6-1cca-4966-9941-047a37d1ebf3" providerId="ADAL" clId="{0D208575-E790-51FA-9E06-B552ADDBB744}" dt="2026-02-12T09:36:22.655" v="275" actId="207"/>
          <ac:spMkLst>
            <pc:docMk/>
            <pc:sldMk cId="3069003585" sldId="273"/>
            <ac:spMk id="111" creationId="{16C96D48-1880-5FBD-5360-3A80E8915E32}"/>
          </ac:spMkLst>
        </pc:spChg>
        <pc:spChg chg="mod">
          <ac:chgData name="ARAB Hugo" userId="077880a6-1cca-4966-9941-047a37d1ebf3" providerId="ADAL" clId="{0D208575-E790-51FA-9E06-B552ADDBB744}" dt="2026-02-12T09:36:22.655" v="275" actId="207"/>
          <ac:spMkLst>
            <pc:docMk/>
            <pc:sldMk cId="3069003585" sldId="273"/>
            <ac:spMk id="112" creationId="{74812055-873D-7DF3-2E77-DEE47FA8FD9E}"/>
          </ac:spMkLst>
        </pc:spChg>
        <pc:spChg chg="mod">
          <ac:chgData name="ARAB Hugo" userId="077880a6-1cca-4966-9941-047a37d1ebf3" providerId="ADAL" clId="{0D208575-E790-51FA-9E06-B552ADDBB744}" dt="2026-02-12T09:36:22.655" v="275" actId="207"/>
          <ac:spMkLst>
            <pc:docMk/>
            <pc:sldMk cId="3069003585" sldId="273"/>
            <ac:spMk id="113" creationId="{4FFFEA0A-E7C0-5855-39D1-BECA6A4F011E}"/>
          </ac:spMkLst>
        </pc:spChg>
        <pc:spChg chg="mod">
          <ac:chgData name="ARAB Hugo" userId="077880a6-1cca-4966-9941-047a37d1ebf3" providerId="ADAL" clId="{0D208575-E790-51FA-9E06-B552ADDBB744}" dt="2026-02-12T09:36:22.655" v="275" actId="207"/>
          <ac:spMkLst>
            <pc:docMk/>
            <pc:sldMk cId="3069003585" sldId="273"/>
            <ac:spMk id="114" creationId="{74B59F8D-47B6-7E67-97CE-BCFF92E14F47}"/>
          </ac:spMkLst>
        </pc:spChg>
      </pc:sldChg>
      <pc:sldChg chg="modSp mod">
        <pc:chgData name="ARAB Hugo" userId="077880a6-1cca-4966-9941-047a37d1ebf3" providerId="ADAL" clId="{0D208575-E790-51FA-9E06-B552ADDBB744}" dt="2026-02-12T14:23:01.932" v="1633" actId="1076"/>
        <pc:sldMkLst>
          <pc:docMk/>
          <pc:sldMk cId="1170044969" sldId="278"/>
        </pc:sldMkLst>
        <pc:spChg chg="mod">
          <ac:chgData name="ARAB Hugo" userId="077880a6-1cca-4966-9941-047a37d1ebf3" providerId="ADAL" clId="{0D208575-E790-51FA-9E06-B552ADDBB744}" dt="2026-02-12T14:23:01.932" v="1633" actId="1076"/>
          <ac:spMkLst>
            <pc:docMk/>
            <pc:sldMk cId="1170044969" sldId="278"/>
            <ac:spMk id="3" creationId="{D1DAC6D5-FFB6-AAA5-06C9-2949BDA8A285}"/>
          </ac:spMkLst>
        </pc:spChg>
      </pc:sldChg>
      <pc:sldChg chg="addSp delSp modSp mod">
        <pc:chgData name="ARAB Hugo" userId="077880a6-1cca-4966-9941-047a37d1ebf3" providerId="ADAL" clId="{0D208575-E790-51FA-9E06-B552ADDBB744}" dt="2026-02-12T16:07:52.537" v="1855" actId="207"/>
        <pc:sldMkLst>
          <pc:docMk/>
          <pc:sldMk cId="440157095" sldId="281"/>
        </pc:sldMkLst>
        <pc:spChg chg="del">
          <ac:chgData name="ARAB Hugo" userId="077880a6-1cca-4966-9941-047a37d1ebf3" providerId="ADAL" clId="{0D208575-E790-51FA-9E06-B552ADDBB744}" dt="2026-02-12T16:03:45.641" v="1795"/>
          <ac:spMkLst>
            <pc:docMk/>
            <pc:sldMk cId="440157095" sldId="281"/>
            <ac:spMk id="5" creationId="{61CADAEB-DA5F-1341-BC95-DA7D41054F0F}"/>
          </ac:spMkLst>
        </pc:spChg>
        <pc:spChg chg="add mod">
          <ac:chgData name="ARAB Hugo" userId="077880a6-1cca-4966-9941-047a37d1ebf3" providerId="ADAL" clId="{0D208575-E790-51FA-9E06-B552ADDBB744}" dt="2026-02-12T16:06:32.826" v="1847" actId="20577"/>
          <ac:spMkLst>
            <pc:docMk/>
            <pc:sldMk cId="440157095" sldId="281"/>
            <ac:spMk id="6" creationId="{72143B73-F8E9-31BD-C639-A5FA48AEAB61}"/>
          </ac:spMkLst>
        </pc:spChg>
        <pc:spChg chg="add mod">
          <ac:chgData name="ARAB Hugo" userId="077880a6-1cca-4966-9941-047a37d1ebf3" providerId="ADAL" clId="{0D208575-E790-51FA-9E06-B552ADDBB744}" dt="2026-02-12T16:06:28.840" v="1846" actId="20577"/>
          <ac:spMkLst>
            <pc:docMk/>
            <pc:sldMk cId="440157095" sldId="281"/>
            <ac:spMk id="7" creationId="{22062910-C755-83A8-8647-2D50145EDC4C}"/>
          </ac:spMkLst>
        </pc:spChg>
        <pc:graphicFrameChg chg="add mod modGraphic">
          <ac:chgData name="ARAB Hugo" userId="077880a6-1cca-4966-9941-047a37d1ebf3" providerId="ADAL" clId="{0D208575-E790-51FA-9E06-B552ADDBB744}" dt="2026-02-12T16:06:57.364" v="1848" actId="122"/>
          <ac:graphicFrameMkLst>
            <pc:docMk/>
            <pc:sldMk cId="440157095" sldId="281"/>
            <ac:graphicFrameMk id="3" creationId="{E8B8259F-EFFF-B1DD-1C3E-8C2C868B0459}"/>
          </ac:graphicFrameMkLst>
        </pc:graphicFrameChg>
        <pc:graphicFrameChg chg="add mod modGraphic">
          <ac:chgData name="ARAB Hugo" userId="077880a6-1cca-4966-9941-047a37d1ebf3" providerId="ADAL" clId="{0D208575-E790-51FA-9E06-B552ADDBB744}" dt="2026-02-12T16:07:52.537" v="1855" actId="207"/>
          <ac:graphicFrameMkLst>
            <pc:docMk/>
            <pc:sldMk cId="440157095" sldId="281"/>
            <ac:graphicFrameMk id="4" creationId="{6E8D0AED-729F-A80F-9F50-58115084690E}"/>
          </ac:graphicFrameMkLst>
        </pc:graphicFrameChg>
      </pc:sldChg>
    </pc:docChg>
  </pc:docChgLst>
  <pc:docChgLst>
    <pc:chgData name="VAN GAVER Quitterie" userId="S::quitterie.vangaver@edhec.com::0ca23170-49f0-497c-8a29-4385e5912fe3" providerId="AD" clId="Web-{5E3D8708-64A2-C132-E94D-C2B608A00059}"/>
    <pc:docChg chg="modSld">
      <pc:chgData name="VAN GAVER Quitterie" userId="S::quitterie.vangaver@edhec.com::0ca23170-49f0-497c-8a29-4385e5912fe3" providerId="AD" clId="Web-{5E3D8708-64A2-C132-E94D-C2B608A00059}" dt="2026-02-12T20:37:40.379" v="3"/>
      <pc:docMkLst>
        <pc:docMk/>
      </pc:docMkLst>
    </pc:docChg>
  </pc:docChgLst>
  <pc:docChgLst>
    <pc:chgData name="SCHNEEBERGER Linus" userId="S::linus.schneeberger@edhec.com::6f0a5453-1888-45a0-bf13-801e5025d94c" providerId="AD" clId="Web-{26E76143-DD13-6DF8-2DC9-36AC00DC4688}"/>
    <pc:docChg chg="modSld">
      <pc:chgData name="SCHNEEBERGER Linus" userId="S::linus.schneeberger@edhec.com::6f0a5453-1888-45a0-bf13-801e5025d94c" providerId="AD" clId="Web-{26E76143-DD13-6DF8-2DC9-36AC00DC4688}" dt="2026-02-10T16:26:05.904" v="56" actId="20577"/>
      <pc:docMkLst>
        <pc:docMk/>
      </pc:docMkLst>
      <pc:sldChg chg="addSp modSp">
        <pc:chgData name="SCHNEEBERGER Linus" userId="S::linus.schneeberger@edhec.com::6f0a5453-1888-45a0-bf13-801e5025d94c" providerId="AD" clId="Web-{26E76143-DD13-6DF8-2DC9-36AC00DC4688}" dt="2026-02-10T16:26:05.904" v="56" actId="20577"/>
        <pc:sldMkLst>
          <pc:docMk/>
          <pc:sldMk cId="3784089036" sldId="256"/>
        </pc:sldMkLst>
        <pc:spChg chg="mod">
          <ac:chgData name="SCHNEEBERGER Linus" userId="S::linus.schneeberger@edhec.com::6f0a5453-1888-45a0-bf13-801e5025d94c" providerId="AD" clId="Web-{26E76143-DD13-6DF8-2DC9-36AC00DC4688}" dt="2026-02-10T16:26:05.904" v="56" actId="20577"/>
          <ac:spMkLst>
            <pc:docMk/>
            <pc:sldMk cId="3784089036" sldId="256"/>
            <ac:spMk id="3" creationId="{AD512F80-17AA-739E-D4CB-1837AD4BE9F2}"/>
          </ac:spMkLst>
        </pc:spChg>
        <pc:spChg chg="add mod">
          <ac:chgData name="SCHNEEBERGER Linus" userId="S::linus.schneeberger@edhec.com::6f0a5453-1888-45a0-bf13-801e5025d94c" providerId="AD" clId="Web-{26E76143-DD13-6DF8-2DC9-36AC00DC4688}" dt="2026-02-10T16:25:54.545" v="53" actId="20577"/>
          <ac:spMkLst>
            <pc:docMk/>
            <pc:sldMk cId="3784089036" sldId="256"/>
            <ac:spMk id="6" creationId="{2F802330-1E27-40FD-50F5-A77DDE8C89F1}"/>
          </ac:spMkLst>
        </pc:spChg>
      </pc:sldChg>
      <pc:sldChg chg="addSp modSp">
        <pc:chgData name="SCHNEEBERGER Linus" userId="S::linus.schneeberger@edhec.com::6f0a5453-1888-45a0-bf13-801e5025d94c" providerId="AD" clId="Web-{26E76143-DD13-6DF8-2DC9-36AC00DC4688}" dt="2026-02-10T16:24:13.915" v="12" actId="1076"/>
        <pc:sldMkLst>
          <pc:docMk/>
          <pc:sldMk cId="3667817162" sldId="268"/>
        </pc:sldMkLst>
        <pc:spChg chg="mod">
          <ac:chgData name="SCHNEEBERGER Linus" userId="S::linus.schneeberger@edhec.com::6f0a5453-1888-45a0-bf13-801e5025d94c" providerId="AD" clId="Web-{26E76143-DD13-6DF8-2DC9-36AC00DC4688}" dt="2026-02-10T16:24:04.023" v="10" actId="1076"/>
          <ac:spMkLst>
            <pc:docMk/>
            <pc:sldMk cId="3667817162" sldId="268"/>
            <ac:spMk id="21" creationId="{3865F64D-A679-D350-951E-87FEC4A72A7C}"/>
          </ac:spMkLst>
        </pc:spChg>
        <pc:picChg chg="add mod modCrop">
          <ac:chgData name="SCHNEEBERGER Linus" userId="S::linus.schneeberger@edhec.com::6f0a5453-1888-45a0-bf13-801e5025d94c" providerId="AD" clId="Web-{26E76143-DD13-6DF8-2DC9-36AC00DC4688}" dt="2026-02-10T16:24:07.883" v="11" actId="1076"/>
          <ac:picMkLst>
            <pc:docMk/>
            <pc:sldMk cId="3667817162" sldId="268"/>
            <ac:picMk id="3" creationId="{03EF43E9-01E2-8495-47BC-5DEE4033EC68}"/>
          </ac:picMkLst>
        </pc:picChg>
        <pc:picChg chg="mod">
          <ac:chgData name="SCHNEEBERGER Linus" userId="S::linus.schneeberger@edhec.com::6f0a5453-1888-45a0-bf13-801e5025d94c" providerId="AD" clId="Web-{26E76143-DD13-6DF8-2DC9-36AC00DC4688}" dt="2026-02-10T16:24:13.915" v="12" actId="1076"/>
          <ac:picMkLst>
            <pc:docMk/>
            <pc:sldMk cId="3667817162" sldId="268"/>
            <ac:picMk id="4" creationId="{3DF4A49D-3B94-5B3C-F44C-AA085C9D37F7}"/>
          </ac:picMkLst>
        </pc:picChg>
      </pc:sldChg>
      <pc:sldChg chg="modSp">
        <pc:chgData name="SCHNEEBERGER Linus" userId="S::linus.schneeberger@edhec.com::6f0a5453-1888-45a0-bf13-801e5025d94c" providerId="AD" clId="Web-{26E76143-DD13-6DF8-2DC9-36AC00DC4688}" dt="2026-02-10T16:24:53.182" v="23" actId="20577"/>
        <pc:sldMkLst>
          <pc:docMk/>
          <pc:sldMk cId="1791131923" sldId="270"/>
        </pc:sldMkLst>
        <pc:spChg chg="mod">
          <ac:chgData name="SCHNEEBERGER Linus" userId="S::linus.schneeberger@edhec.com::6f0a5453-1888-45a0-bf13-801e5025d94c" providerId="AD" clId="Web-{26E76143-DD13-6DF8-2DC9-36AC00DC4688}" dt="2026-02-10T16:24:53.182" v="23" actId="20577"/>
          <ac:spMkLst>
            <pc:docMk/>
            <pc:sldMk cId="1791131923" sldId="270"/>
            <ac:spMk id="29" creationId="{9CA5BF1D-42CB-6AB3-6DC4-6A2E12A5F1A0}"/>
          </ac:spMkLst>
        </pc:spChg>
      </pc:sldChg>
    </pc:docChg>
  </pc:docChgLst>
  <pc:docChgLst>
    <pc:chgData name="VAN GAVER Quitterie" userId="0ca23170-49f0-497c-8a29-4385e5912fe3" providerId="ADAL" clId="{919AE265-1282-6544-AA35-EE18AECCA635}"/>
    <pc:docChg chg="undo custSel modSld">
      <pc:chgData name="VAN GAVER Quitterie" userId="0ca23170-49f0-497c-8a29-4385e5912fe3" providerId="ADAL" clId="{919AE265-1282-6544-AA35-EE18AECCA635}" dt="2026-02-12T20:55:38.768" v="30" actId="1035"/>
      <pc:docMkLst>
        <pc:docMk/>
      </pc:docMkLst>
      <pc:sldChg chg="addSp delSp modSp mod">
        <pc:chgData name="VAN GAVER Quitterie" userId="0ca23170-49f0-497c-8a29-4385e5912fe3" providerId="ADAL" clId="{919AE265-1282-6544-AA35-EE18AECCA635}" dt="2026-02-12T20:44:18.198" v="18" actId="14100"/>
        <pc:sldMkLst>
          <pc:docMk/>
          <pc:sldMk cId="1791131923" sldId="270"/>
        </pc:sldMkLst>
        <pc:spChg chg="add del mod">
          <ac:chgData name="VAN GAVER Quitterie" userId="0ca23170-49f0-497c-8a29-4385e5912fe3" providerId="ADAL" clId="{919AE265-1282-6544-AA35-EE18AECCA635}" dt="2026-02-12T20:44:18.198" v="18" actId="14100"/>
          <ac:spMkLst>
            <pc:docMk/>
            <pc:sldMk cId="1791131923" sldId="270"/>
            <ac:spMk id="49" creationId="{2E88DC5F-4106-1EEB-5B0F-CB9A95F7FD3F}"/>
          </ac:spMkLst>
        </pc:spChg>
        <pc:picChg chg="mod">
          <ac:chgData name="VAN GAVER Quitterie" userId="0ca23170-49f0-497c-8a29-4385e5912fe3" providerId="ADAL" clId="{919AE265-1282-6544-AA35-EE18AECCA635}" dt="2026-02-12T20:40:25.142" v="5" actId="1076"/>
          <ac:picMkLst>
            <pc:docMk/>
            <pc:sldMk cId="1791131923" sldId="270"/>
            <ac:picMk id="6" creationId="{FADF02BB-277C-BB4F-8B9F-0A164A19AE04}"/>
          </ac:picMkLst>
        </pc:picChg>
        <pc:picChg chg="add del mod">
          <ac:chgData name="VAN GAVER Quitterie" userId="0ca23170-49f0-497c-8a29-4385e5912fe3" providerId="ADAL" clId="{919AE265-1282-6544-AA35-EE18AECCA635}" dt="2026-02-12T20:43:03.993" v="15" actId="478"/>
          <ac:picMkLst>
            <pc:docMk/>
            <pc:sldMk cId="1791131923" sldId="270"/>
            <ac:picMk id="8" creationId="{90DF174D-6C09-F064-B97E-B8EC6B1A18EA}"/>
          </ac:picMkLst>
        </pc:picChg>
        <pc:picChg chg="add del mod">
          <ac:chgData name="VAN GAVER Quitterie" userId="0ca23170-49f0-497c-8a29-4385e5912fe3" providerId="ADAL" clId="{919AE265-1282-6544-AA35-EE18AECCA635}" dt="2026-02-12T20:42:21.409" v="14" actId="478"/>
          <ac:picMkLst>
            <pc:docMk/>
            <pc:sldMk cId="1791131923" sldId="270"/>
            <ac:picMk id="11" creationId="{4D2F1B9E-6B86-B0F9-E770-5D19EEA8F98D}"/>
          </ac:picMkLst>
        </pc:picChg>
        <pc:picChg chg="mod">
          <ac:chgData name="VAN GAVER Quitterie" userId="0ca23170-49f0-497c-8a29-4385e5912fe3" providerId="ADAL" clId="{919AE265-1282-6544-AA35-EE18AECCA635}" dt="2026-02-12T20:41:11.478" v="12" actId="1076"/>
          <ac:picMkLst>
            <pc:docMk/>
            <pc:sldMk cId="1791131923" sldId="270"/>
            <ac:picMk id="24" creationId="{8E52A9EF-409D-6B46-2809-537711666E95}"/>
          </ac:picMkLst>
        </pc:picChg>
      </pc:sldChg>
      <pc:sldChg chg="addSp modSp mod">
        <pc:chgData name="VAN GAVER Quitterie" userId="0ca23170-49f0-497c-8a29-4385e5912fe3" providerId="ADAL" clId="{919AE265-1282-6544-AA35-EE18AECCA635}" dt="2026-02-12T20:55:38.768" v="30" actId="1035"/>
        <pc:sldMkLst>
          <pc:docMk/>
          <pc:sldMk cId="1170044969" sldId="278"/>
        </pc:sldMkLst>
        <pc:spChg chg="mod">
          <ac:chgData name="VAN GAVER Quitterie" userId="0ca23170-49f0-497c-8a29-4385e5912fe3" providerId="ADAL" clId="{919AE265-1282-6544-AA35-EE18AECCA635}" dt="2026-02-12T20:53:10.286" v="20" actId="20577"/>
          <ac:spMkLst>
            <pc:docMk/>
            <pc:sldMk cId="1170044969" sldId="278"/>
            <ac:spMk id="31" creationId="{F9836FC8-A58C-BC7C-5915-E431E4EFF0C1}"/>
          </ac:spMkLst>
        </pc:spChg>
        <pc:picChg chg="add mod">
          <ac:chgData name="VAN GAVER Quitterie" userId="0ca23170-49f0-497c-8a29-4385e5912fe3" providerId="ADAL" clId="{919AE265-1282-6544-AA35-EE18AECCA635}" dt="2026-02-12T20:55:38.768" v="30" actId="1035"/>
          <ac:picMkLst>
            <pc:docMk/>
            <pc:sldMk cId="1170044969" sldId="278"/>
            <ac:picMk id="3" creationId="{D1768FAC-C048-40F3-357A-45B7751AE95A}"/>
          </ac:picMkLst>
        </pc:picChg>
      </pc:sldChg>
    </pc:docChg>
  </pc:docChgLst>
  <pc:docChgLst>
    <pc:chgData name="ARAB Hugo" userId="077880a6-1cca-4966-9941-047a37d1ebf3" providerId="ADAL" clId="{BD489A5F-A355-44F9-B313-CBFDA93CF546}"/>
    <pc:docChg chg="undo custSel addSld modSld">
      <pc:chgData name="ARAB Hugo" userId="077880a6-1cca-4966-9941-047a37d1ebf3" providerId="ADAL" clId="{BD489A5F-A355-44F9-B313-CBFDA93CF546}" dt="2026-02-13T07:39:36.061" v="44" actId="20577"/>
      <pc:docMkLst>
        <pc:docMk/>
      </pc:docMkLst>
      <pc:sldChg chg="delSp modSp mod">
        <pc:chgData name="ARAB Hugo" userId="077880a6-1cca-4966-9941-047a37d1ebf3" providerId="ADAL" clId="{BD489A5F-A355-44F9-B313-CBFDA93CF546}" dt="2026-02-13T07:39:36.061" v="44" actId="20577"/>
        <pc:sldMkLst>
          <pc:docMk/>
          <pc:sldMk cId="1949018917" sldId="269"/>
        </pc:sldMkLst>
        <pc:spChg chg="mod">
          <ac:chgData name="ARAB Hugo" userId="077880a6-1cca-4966-9941-047a37d1ebf3" providerId="ADAL" clId="{BD489A5F-A355-44F9-B313-CBFDA93CF546}" dt="2026-02-12T19:59:18.728" v="10" actId="20577"/>
          <ac:spMkLst>
            <pc:docMk/>
            <pc:sldMk cId="1949018917" sldId="269"/>
            <ac:spMk id="17" creationId="{43059FAF-95BA-87F2-C824-3B8EAAC0A9C1}"/>
          </ac:spMkLst>
        </pc:spChg>
        <pc:spChg chg="del">
          <ac:chgData name="ARAB Hugo" userId="077880a6-1cca-4966-9941-047a37d1ebf3" providerId="ADAL" clId="{BD489A5F-A355-44F9-B313-CBFDA93CF546}" dt="2026-02-12T19:59:36.394" v="11" actId="478"/>
          <ac:spMkLst>
            <pc:docMk/>
            <pc:sldMk cId="1949018917" sldId="269"/>
            <ac:spMk id="23" creationId="{873D1AA3-135C-7321-FBEA-1FB723558DB5}"/>
          </ac:spMkLst>
        </pc:spChg>
        <pc:spChg chg="mod">
          <ac:chgData name="ARAB Hugo" userId="077880a6-1cca-4966-9941-047a37d1ebf3" providerId="ADAL" clId="{BD489A5F-A355-44F9-B313-CBFDA93CF546}" dt="2026-02-13T07:39:36.061" v="44" actId="20577"/>
          <ac:spMkLst>
            <pc:docMk/>
            <pc:sldMk cId="1949018917" sldId="269"/>
            <ac:spMk id="26" creationId="{AE1FEAEB-430A-3552-91F5-F2AD4BED8BC2}"/>
          </ac:spMkLst>
        </pc:spChg>
      </pc:sldChg>
      <pc:sldChg chg="delSp modSp add mod">
        <pc:chgData name="ARAB Hugo" userId="077880a6-1cca-4966-9941-047a37d1ebf3" providerId="ADAL" clId="{BD489A5F-A355-44F9-B313-CBFDA93CF546}" dt="2026-02-12T20:05:04.563" v="27" actId="478"/>
        <pc:sldMkLst>
          <pc:docMk/>
          <pc:sldMk cId="2603129927" sldId="288"/>
        </pc:sldMkLst>
        <pc:spChg chg="mod">
          <ac:chgData name="ARAB Hugo" userId="077880a6-1cca-4966-9941-047a37d1ebf3" providerId="ADAL" clId="{BD489A5F-A355-44F9-B313-CBFDA93CF546}" dt="2026-02-12T20:05:00.458" v="26" actId="1076"/>
          <ac:spMkLst>
            <pc:docMk/>
            <pc:sldMk cId="2603129927" sldId="288"/>
            <ac:spMk id="6" creationId="{242ECB52-0366-9F10-178F-61C5E7171EDC}"/>
          </ac:spMkLst>
        </pc:spChg>
        <pc:picChg chg="del">
          <ac:chgData name="ARAB Hugo" userId="077880a6-1cca-4966-9941-047a37d1ebf3" providerId="ADAL" clId="{BD489A5F-A355-44F9-B313-CBFDA93CF546}" dt="2026-02-12T20:05:04.563" v="27" actId="478"/>
          <ac:picMkLst>
            <pc:docMk/>
            <pc:sldMk cId="2603129927" sldId="288"/>
            <ac:picMk id="11" creationId="{7BAF4ACF-A6C0-1267-DA3A-9E9ACF4E05EC}"/>
          </ac:picMkLst>
        </pc:picChg>
      </pc:sldChg>
    </pc:docChg>
  </pc:docChgLst>
  <pc:docChgLst>
    <pc:chgData name="SCHNEEBERGER Linus" userId="S::linus.schneeberger@edhec.com::6f0a5453-1888-45a0-bf13-801e5025d94c" providerId="AD" clId="Web-{BFCBC978-EBA8-3E59-837B-C5E6D49E9AE0}"/>
    <pc:docChg chg="modSld">
      <pc:chgData name="SCHNEEBERGER Linus" userId="S::linus.schneeberger@edhec.com::6f0a5453-1888-45a0-bf13-801e5025d94c" providerId="AD" clId="Web-{BFCBC978-EBA8-3E59-837B-C5E6D49E9AE0}" dt="2026-02-10T16:11:11.342" v="36"/>
      <pc:docMkLst>
        <pc:docMk/>
      </pc:docMkLst>
      <pc:sldChg chg="delSp">
        <pc:chgData name="SCHNEEBERGER Linus" userId="S::linus.schneeberger@edhec.com::6f0a5453-1888-45a0-bf13-801e5025d94c" providerId="AD" clId="Web-{BFCBC978-EBA8-3E59-837B-C5E6D49E9AE0}" dt="2026-02-10T16:11:11.342" v="36"/>
        <pc:sldMkLst>
          <pc:docMk/>
          <pc:sldMk cId="3667817162" sldId="268"/>
        </pc:sldMkLst>
      </pc:sldChg>
      <pc:sldChg chg="modSp">
        <pc:chgData name="SCHNEEBERGER Linus" userId="S::linus.schneeberger@edhec.com::6f0a5453-1888-45a0-bf13-801e5025d94c" providerId="AD" clId="Web-{BFCBC978-EBA8-3E59-837B-C5E6D49E9AE0}" dt="2026-02-10T16:10:33.353" v="35" actId="1076"/>
        <pc:sldMkLst>
          <pc:docMk/>
          <pc:sldMk cId="1791131923" sldId="270"/>
        </pc:sldMkLst>
        <pc:spChg chg="mod">
          <ac:chgData name="SCHNEEBERGER Linus" userId="S::linus.schneeberger@edhec.com::6f0a5453-1888-45a0-bf13-801e5025d94c" providerId="AD" clId="Web-{BFCBC978-EBA8-3E59-837B-C5E6D49E9AE0}" dt="2026-02-10T16:10:33.353" v="35" actId="1076"/>
          <ac:spMkLst>
            <pc:docMk/>
            <pc:sldMk cId="1791131923" sldId="270"/>
            <ac:spMk id="35" creationId="{4DB01861-2C86-C563-5BC0-33814222F093}"/>
          </ac:spMkLst>
        </pc:spChg>
      </pc:sldChg>
    </pc:docChg>
  </pc:docChgLst>
  <pc:docChgLst>
    <pc:chgData name="MOUTAL Jules" userId="S::jules.moutal@edhec.com::708a7e9e-dbef-4d56-8913-a9acce4fbd1a" providerId="AD" clId="Web-{72DF4A69-FE64-48B3-0FFE-E2679FD71968}"/>
    <pc:docChg chg="addSld delSld modSld">
      <pc:chgData name="MOUTAL Jules" userId="S::jules.moutal@edhec.com::708a7e9e-dbef-4d56-8913-a9acce4fbd1a" providerId="AD" clId="Web-{72DF4A69-FE64-48B3-0FFE-E2679FD71968}" dt="2026-02-11T21:36:50.657" v="349" actId="20577"/>
      <pc:docMkLst>
        <pc:docMk/>
      </pc:docMkLst>
    </pc:docChg>
  </pc:docChgLst>
  <pc:docChgLst>
    <pc:chgData name="SCHNEEBERGER Linus" userId="S::linus.schneeberger@edhec.com::6f0a5453-1888-45a0-bf13-801e5025d94c" providerId="AD" clId="Web-{2111A69A-0826-EFFF-B33E-69B6E9BEADF9}"/>
    <pc:docChg chg="delSld modSld">
      <pc:chgData name="SCHNEEBERGER Linus" userId="S::linus.schneeberger@edhec.com::6f0a5453-1888-45a0-bf13-801e5025d94c" providerId="AD" clId="Web-{2111A69A-0826-EFFF-B33E-69B6E9BEADF9}" dt="2026-02-10T12:10:11.132" v="4" actId="20577"/>
      <pc:docMkLst>
        <pc:docMk/>
      </pc:docMkLst>
      <pc:sldChg chg="modSp">
        <pc:chgData name="SCHNEEBERGER Linus" userId="S::linus.schneeberger@edhec.com::6f0a5453-1888-45a0-bf13-801e5025d94c" providerId="AD" clId="Web-{2111A69A-0826-EFFF-B33E-69B6E9BEADF9}" dt="2026-02-10T12:10:11.132" v="4" actId="20577"/>
        <pc:sldMkLst>
          <pc:docMk/>
          <pc:sldMk cId="1791131923" sldId="270"/>
        </pc:sldMkLst>
        <pc:spChg chg="mod">
          <ac:chgData name="SCHNEEBERGER Linus" userId="S::linus.schneeberger@edhec.com::6f0a5453-1888-45a0-bf13-801e5025d94c" providerId="AD" clId="Web-{2111A69A-0826-EFFF-B33E-69B6E9BEADF9}" dt="2026-02-10T12:10:11.132" v="4" actId="20577"/>
          <ac:spMkLst>
            <pc:docMk/>
            <pc:sldMk cId="1791131923" sldId="270"/>
            <ac:spMk id="4" creationId="{C4ED36DB-2566-E198-65E6-E85F486456DA}"/>
          </ac:spMkLst>
        </pc:spChg>
      </pc:sldChg>
    </pc:docChg>
  </pc:docChgLst>
  <pc:docChgLst>
    <pc:chgData clId="Web-{5E3D8708-64A2-C132-E94D-C2B608A00059}"/>
    <pc:docChg chg="modSld">
      <pc:chgData name="" userId="" providerId="" clId="Web-{5E3D8708-64A2-C132-E94D-C2B608A00059}" dt="2026-02-12T20:35:29.627" v="0"/>
      <pc:docMkLst>
        <pc:docMk/>
      </pc:docMkLst>
    </pc:docChg>
  </pc:docChgLst>
  <pc:docChgLst>
    <pc:chgData name="MOUTAL Jules" userId="S::jules.moutal@edhec.com::708a7e9e-dbef-4d56-8913-a9acce4fbd1a" providerId="AD" clId="Web-{DAB1C304-16C4-EBFA-45DC-1047DBB968EE}"/>
    <pc:docChg chg="modSld">
      <pc:chgData name="MOUTAL Jules" userId="S::jules.moutal@edhec.com::708a7e9e-dbef-4d56-8913-a9acce4fbd1a" providerId="AD" clId="Web-{DAB1C304-16C4-EBFA-45DC-1047DBB968EE}" dt="2026-02-12T14:53:13.370" v="315"/>
      <pc:docMkLst>
        <pc:docMk/>
      </pc:docMkLst>
      <pc:sldChg chg="addSp delSp modSp">
        <pc:chgData name="MOUTAL Jules" userId="S::jules.moutal@edhec.com::708a7e9e-dbef-4d56-8913-a9acce4fbd1a" providerId="AD" clId="Web-{DAB1C304-16C4-EBFA-45DC-1047DBB968EE}" dt="2026-02-12T14:52:43.929" v="314" actId="1076"/>
        <pc:sldMkLst>
          <pc:docMk/>
          <pc:sldMk cId="4070764432" sldId="275"/>
        </pc:sldMkLst>
        <pc:spChg chg="add mod">
          <ac:chgData name="MOUTAL Jules" userId="S::jules.moutal@edhec.com::708a7e9e-dbef-4d56-8913-a9acce4fbd1a" providerId="AD" clId="Web-{DAB1C304-16C4-EBFA-45DC-1047DBB968EE}" dt="2026-02-12T14:21:02.895" v="137" actId="1076"/>
          <ac:spMkLst>
            <pc:docMk/>
            <pc:sldMk cId="4070764432" sldId="275"/>
            <ac:spMk id="3" creationId="{ACE54262-1B05-C351-27EB-43C189140AF1}"/>
          </ac:spMkLst>
        </pc:spChg>
        <pc:spChg chg="add mod">
          <ac:chgData name="MOUTAL Jules" userId="S::jules.moutal@edhec.com::708a7e9e-dbef-4d56-8913-a9acce4fbd1a" providerId="AD" clId="Web-{DAB1C304-16C4-EBFA-45DC-1047DBB968EE}" dt="2026-02-12T14:20:43.536" v="133" actId="1076"/>
          <ac:spMkLst>
            <pc:docMk/>
            <pc:sldMk cId="4070764432" sldId="275"/>
            <ac:spMk id="4" creationId="{5C557178-4118-2AB4-D92B-07C7E6AC8841}"/>
          </ac:spMkLst>
        </pc:spChg>
        <pc:spChg chg="mod">
          <ac:chgData name="MOUTAL Jules" userId="S::jules.moutal@edhec.com::708a7e9e-dbef-4d56-8913-a9acce4fbd1a" providerId="AD" clId="Web-{DAB1C304-16C4-EBFA-45DC-1047DBB968EE}" dt="2026-02-12T14:21:05.239" v="139" actId="20577"/>
          <ac:spMkLst>
            <pc:docMk/>
            <pc:sldMk cId="4070764432" sldId="275"/>
            <ac:spMk id="8" creationId="{151ACF4D-C2D3-2712-36FF-586C6F4429AF}"/>
          </ac:spMkLst>
        </pc:spChg>
        <pc:spChg chg="mod">
          <ac:chgData name="MOUTAL Jules" userId="S::jules.moutal@edhec.com::708a7e9e-dbef-4d56-8913-a9acce4fbd1a" providerId="AD" clId="Web-{DAB1C304-16C4-EBFA-45DC-1047DBB968EE}" dt="2026-02-12T14:50:55.646" v="302" actId="20577"/>
          <ac:spMkLst>
            <pc:docMk/>
            <pc:sldMk cId="4070764432" sldId="275"/>
            <ac:spMk id="9" creationId="{4AC57109-698A-2B01-2E9F-7DAE2F7FEC4B}"/>
          </ac:spMkLst>
        </pc:spChg>
        <pc:spChg chg="mod">
          <ac:chgData name="MOUTAL Jules" userId="S::jules.moutal@edhec.com::708a7e9e-dbef-4d56-8913-a9acce4fbd1a" providerId="AD" clId="Web-{DAB1C304-16C4-EBFA-45DC-1047DBB968EE}" dt="2026-02-12T14:51:26.777" v="305" actId="14100"/>
          <ac:spMkLst>
            <pc:docMk/>
            <pc:sldMk cId="4070764432" sldId="275"/>
            <ac:spMk id="11" creationId="{A4E3E912-DB39-3039-A95D-DD2434157C0A}"/>
          </ac:spMkLst>
        </pc:spChg>
        <pc:spChg chg="mod">
          <ac:chgData name="MOUTAL Jules" userId="S::jules.moutal@edhec.com::708a7e9e-dbef-4d56-8913-a9acce4fbd1a" providerId="AD" clId="Web-{DAB1C304-16C4-EBFA-45DC-1047DBB968EE}" dt="2026-02-12T14:51:56.142" v="312" actId="20577"/>
          <ac:spMkLst>
            <pc:docMk/>
            <pc:sldMk cId="4070764432" sldId="275"/>
            <ac:spMk id="12" creationId="{D48C0C98-A250-17C9-1CDA-A2BE751C16E4}"/>
          </ac:spMkLst>
        </pc:spChg>
        <pc:spChg chg="add mod">
          <ac:chgData name="MOUTAL Jules" userId="S::jules.moutal@edhec.com::708a7e9e-dbef-4d56-8913-a9acce4fbd1a" providerId="AD" clId="Web-{DAB1C304-16C4-EBFA-45DC-1047DBB968EE}" dt="2026-02-12T14:20:48.004" v="134" actId="1076"/>
          <ac:spMkLst>
            <pc:docMk/>
            <pc:sldMk cId="4070764432" sldId="275"/>
            <ac:spMk id="19" creationId="{9EA4C555-7DDE-BC6E-AADA-0EA85FED60AA}"/>
          </ac:spMkLst>
        </pc:spChg>
        <pc:spChg chg="add mod">
          <ac:chgData name="MOUTAL Jules" userId="S::jules.moutal@edhec.com::708a7e9e-dbef-4d56-8913-a9acce4fbd1a" providerId="AD" clId="Web-{DAB1C304-16C4-EBFA-45DC-1047DBB968EE}" dt="2026-02-12T14:27:59.378" v="165" actId="1076"/>
          <ac:spMkLst>
            <pc:docMk/>
            <pc:sldMk cId="4070764432" sldId="275"/>
            <ac:spMk id="23" creationId="{440FBAE1-66C4-32E7-12EB-4CE6B23CC866}"/>
          </ac:spMkLst>
        </pc:spChg>
        <pc:spChg chg="add del mod">
          <ac:chgData name="MOUTAL Jules" userId="S::jules.moutal@edhec.com::708a7e9e-dbef-4d56-8913-a9acce4fbd1a" providerId="AD" clId="Web-{DAB1C304-16C4-EBFA-45DC-1047DBB968EE}" dt="2026-02-12T14:45:45.840" v="291"/>
          <ac:spMkLst>
            <pc:docMk/>
            <pc:sldMk cId="4070764432" sldId="275"/>
            <ac:spMk id="25" creationId="{98A3B326-4527-E1A8-B3FD-BD5D5F6D5F2B}"/>
          </ac:spMkLst>
        </pc:spChg>
        <pc:grpChg chg="mod">
          <ac:chgData name="MOUTAL Jules" userId="S::jules.moutal@edhec.com::708a7e9e-dbef-4d56-8913-a9acce4fbd1a" providerId="AD" clId="Web-{DAB1C304-16C4-EBFA-45DC-1047DBB968EE}" dt="2026-02-12T14:21:11.677" v="140" actId="14100"/>
          <ac:grpSpMkLst>
            <pc:docMk/>
            <pc:sldMk cId="4070764432" sldId="275"/>
            <ac:grpSpMk id="5" creationId="{1A787666-93E3-2473-B412-8280AFC3BA5A}"/>
          </ac:grpSpMkLst>
        </pc:grpChg>
        <pc:picChg chg="add mod">
          <ac:chgData name="MOUTAL Jules" userId="S::jules.moutal@edhec.com::708a7e9e-dbef-4d56-8913-a9acce4fbd1a" providerId="AD" clId="Web-{DAB1C304-16C4-EBFA-45DC-1047DBB968EE}" dt="2026-02-12T14:48:13.263" v="296" actId="1076"/>
          <ac:picMkLst>
            <pc:docMk/>
            <pc:sldMk cId="4070764432" sldId="275"/>
            <ac:picMk id="26" creationId="{C8E1E248-0E4B-7544-1B13-D7E53030C30B}"/>
          </ac:picMkLst>
        </pc:picChg>
        <pc:picChg chg="add mod">
          <ac:chgData name="MOUTAL Jules" userId="S::jules.moutal@edhec.com::708a7e9e-dbef-4d56-8913-a9acce4fbd1a" providerId="AD" clId="Web-{DAB1C304-16C4-EBFA-45DC-1047DBB968EE}" dt="2026-02-12T14:48:07.263" v="295" actId="1076"/>
          <ac:picMkLst>
            <pc:docMk/>
            <pc:sldMk cId="4070764432" sldId="275"/>
            <ac:picMk id="27" creationId="{44411EA5-F4D6-6354-5FB2-975085332515}"/>
          </ac:picMkLst>
        </pc:picChg>
        <pc:picChg chg="add mod">
          <ac:chgData name="MOUTAL Jules" userId="S::jules.moutal@edhec.com::708a7e9e-dbef-4d56-8913-a9acce4fbd1a" providerId="AD" clId="Web-{DAB1C304-16C4-EBFA-45DC-1047DBB968EE}" dt="2026-02-12T14:52:43.929" v="314" actId="1076"/>
          <ac:picMkLst>
            <pc:docMk/>
            <pc:sldMk cId="4070764432" sldId="275"/>
            <ac:picMk id="28" creationId="{654F4A68-A45F-FC73-D020-4E6049F8C4DE}"/>
          </ac:picMkLst>
        </pc:picChg>
        <pc:cxnChg chg="mod">
          <ac:chgData name="MOUTAL Jules" userId="S::jules.moutal@edhec.com::708a7e9e-dbef-4d56-8913-a9acce4fbd1a" providerId="AD" clId="Web-{DAB1C304-16C4-EBFA-45DC-1047DBB968EE}" dt="2026-02-12T14:52:39.694" v="313" actId="1076"/>
          <ac:cxnSpMkLst>
            <pc:docMk/>
            <pc:sldMk cId="4070764432" sldId="275"/>
            <ac:cxnSpMk id="10" creationId="{9E6207AE-D1C5-43E4-A8E2-B41F34DFE974}"/>
          </ac:cxnSpMkLst>
        </pc:cxnChg>
        <pc:cxnChg chg="add mod">
          <ac:chgData name="MOUTAL Jules" userId="S::jules.moutal@edhec.com::708a7e9e-dbef-4d56-8913-a9acce4fbd1a" providerId="AD" clId="Web-{DAB1C304-16C4-EBFA-45DC-1047DBB968EE}" dt="2026-02-12T14:28:48.037" v="171" actId="14100"/>
          <ac:cxnSpMkLst>
            <pc:docMk/>
            <pc:sldMk cId="4070764432" sldId="275"/>
            <ac:cxnSpMk id="20" creationId="{ECDD9C38-51B7-0B6B-3F45-2146EE48D942}"/>
          </ac:cxnSpMkLst>
        </pc:cxnChg>
        <pc:cxnChg chg="add mod">
          <ac:chgData name="MOUTAL Jules" userId="S::jules.moutal@edhec.com::708a7e9e-dbef-4d56-8913-a9acce4fbd1a" providerId="AD" clId="Web-{DAB1C304-16C4-EBFA-45DC-1047DBB968EE}" dt="2026-02-12T14:28:41.928" v="170" actId="1076"/>
          <ac:cxnSpMkLst>
            <pc:docMk/>
            <pc:sldMk cId="4070764432" sldId="275"/>
            <ac:cxnSpMk id="21" creationId="{D10BB5C0-BC4D-D088-D167-2E1132E81A1D}"/>
          </ac:cxnSpMkLst>
        </pc:cxnChg>
        <pc:cxnChg chg="add mod">
          <ac:chgData name="MOUTAL Jules" userId="S::jules.moutal@edhec.com::708a7e9e-dbef-4d56-8913-a9acce4fbd1a" providerId="AD" clId="Web-{DAB1C304-16C4-EBFA-45DC-1047DBB968EE}" dt="2026-02-12T14:29:05.272" v="173" actId="14100"/>
          <ac:cxnSpMkLst>
            <pc:docMk/>
            <pc:sldMk cId="4070764432" sldId="275"/>
            <ac:cxnSpMk id="22" creationId="{E7573DAB-6377-7456-073C-EC1B69238238}"/>
          </ac:cxnSpMkLst>
        </pc:cxnChg>
        <pc:cxnChg chg="add del mod">
          <ac:chgData name="MOUTAL Jules" userId="S::jules.moutal@edhec.com::708a7e9e-dbef-4d56-8913-a9acce4fbd1a" providerId="AD" clId="Web-{DAB1C304-16C4-EBFA-45DC-1047DBB968EE}" dt="2026-02-12T14:43:47.760" v="279"/>
          <ac:cxnSpMkLst>
            <pc:docMk/>
            <pc:sldMk cId="4070764432" sldId="275"/>
            <ac:cxnSpMk id="24" creationId="{69FC4761-AE70-90E9-3A4F-33C5412DA1F6}"/>
          </ac:cxnSpMkLst>
        </pc:cxnChg>
      </pc:sldChg>
    </pc:docChg>
  </pc:docChgLst>
  <pc:docChgLst>
    <pc:chgData name="SCHNEEBERGER Linus" userId="S::linus.schneeberger@edhec.com::6f0a5453-1888-45a0-bf13-801e5025d94c" providerId="AD" clId="Web-{CE7AE7C2-D1E8-E2A5-5FA2-EA82DC727CC8}"/>
    <pc:docChg chg="modSld">
      <pc:chgData name="SCHNEEBERGER Linus" userId="S::linus.schneeberger@edhec.com::6f0a5453-1888-45a0-bf13-801e5025d94c" providerId="AD" clId="Web-{CE7AE7C2-D1E8-E2A5-5FA2-EA82DC727CC8}" dt="2026-02-12T13:03:11.350" v="1" actId="20577"/>
      <pc:docMkLst>
        <pc:docMk/>
      </pc:docMkLst>
    </pc:docChg>
  </pc:docChgLst>
  <pc:docChgLst>
    <pc:chgData name="SCHNEEBERGER Linus" userId="S::linus.schneeberger@edhec.com::6f0a5453-1888-45a0-bf13-801e5025d94c" providerId="AD" clId="Web-{61C5715E-3A47-5BE2-577B-6981C38A059F}"/>
    <pc:docChg chg="modSld">
      <pc:chgData name="SCHNEEBERGER Linus" userId="S::linus.schneeberger@edhec.com::6f0a5453-1888-45a0-bf13-801e5025d94c" providerId="AD" clId="Web-{61C5715E-3A47-5BE2-577B-6981C38A059F}" dt="2026-02-12T13:26:37.328" v="14" actId="20577"/>
      <pc:docMkLst>
        <pc:docMk/>
      </pc:docMkLst>
    </pc:docChg>
  </pc:docChgLst>
  <pc:docChgLst>
    <pc:chgData name="SCHNEEBERGER Linus" userId="S::linus.schneeberger@edhec.com::6f0a5453-1888-45a0-bf13-801e5025d94c" providerId="AD" clId="Web-{BA923654-CDB4-186C-5B4B-FBFE7AA3716F}"/>
    <pc:docChg chg="modSld">
      <pc:chgData name="SCHNEEBERGER Linus" userId="S::linus.schneeberger@edhec.com::6f0a5453-1888-45a0-bf13-801e5025d94c" providerId="AD" clId="Web-{BA923654-CDB4-186C-5B4B-FBFE7AA3716F}" dt="2026-02-12T16:41:50.453" v="12" actId="20577"/>
      <pc:docMkLst>
        <pc:docMk/>
      </pc:docMkLst>
      <pc:sldChg chg="modSp">
        <pc:chgData name="SCHNEEBERGER Linus" userId="S::linus.schneeberger@edhec.com::6f0a5453-1888-45a0-bf13-801e5025d94c" providerId="AD" clId="Web-{BA923654-CDB4-186C-5B4B-FBFE7AA3716F}" dt="2026-02-12T16:41:50.453" v="12" actId="20577"/>
        <pc:sldMkLst>
          <pc:docMk/>
          <pc:sldMk cId="1236283483" sldId="280"/>
        </pc:sldMkLst>
        <pc:spChg chg="mod">
          <ac:chgData name="SCHNEEBERGER Linus" userId="S::linus.schneeberger@edhec.com::6f0a5453-1888-45a0-bf13-801e5025d94c" providerId="AD" clId="Web-{BA923654-CDB4-186C-5B4B-FBFE7AA3716F}" dt="2026-02-12T16:41:50.453" v="12" actId="20577"/>
          <ac:spMkLst>
            <pc:docMk/>
            <pc:sldMk cId="1236283483" sldId="280"/>
            <ac:spMk id="5" creationId="{833BCD8A-E492-50EF-7824-D163B85CAE3D}"/>
          </ac:spMkLst>
        </pc:spChg>
      </pc:sldChg>
    </pc:docChg>
  </pc:docChgLst>
  <pc:docChgLst>
    <pc:chgData name="ZENONI Emma" userId="S::emma.zenoni@edhec.com::02ffb14c-d42a-4454-bc80-2ba203feed45" providerId="AD" clId="Web-{E2AEE28D-1C16-2B15-90F8-43230614D210}"/>
    <pc:docChg chg="modSld">
      <pc:chgData name="ZENONI Emma" userId="S::emma.zenoni@edhec.com::02ffb14c-d42a-4454-bc80-2ba203feed45" providerId="AD" clId="Web-{E2AEE28D-1C16-2B15-90F8-43230614D210}" dt="2026-02-13T11:13:25.384" v="599"/>
      <pc:docMkLst>
        <pc:docMk/>
      </pc:docMkLst>
      <pc:sldChg chg="addSp delSp modSp">
        <pc:chgData name="ZENONI Emma" userId="S::emma.zenoni@edhec.com::02ffb14c-d42a-4454-bc80-2ba203feed45" providerId="AD" clId="Web-{E2AEE28D-1C16-2B15-90F8-43230614D210}" dt="2026-02-13T11:13:25.384" v="599"/>
        <pc:sldMkLst>
          <pc:docMk/>
          <pc:sldMk cId="2152410739" sldId="259"/>
        </pc:sldMkLst>
        <pc:spChg chg="add mod">
          <ac:chgData name="ZENONI Emma" userId="S::emma.zenoni@edhec.com::02ffb14c-d42a-4454-bc80-2ba203feed45" providerId="AD" clId="Web-{E2AEE28D-1C16-2B15-90F8-43230614D210}" dt="2026-02-12T13:26:29.454" v="319" actId="1076"/>
          <ac:spMkLst>
            <pc:docMk/>
            <pc:sldMk cId="2152410739" sldId="259"/>
            <ac:spMk id="5" creationId="{D9D5117B-97C0-3E67-8FE1-189A9C79AF36}"/>
          </ac:spMkLst>
        </pc:spChg>
        <pc:spChg chg="del mod">
          <ac:chgData name="ZENONI Emma" userId="S::emma.zenoni@edhec.com::02ffb14c-d42a-4454-bc80-2ba203feed45" providerId="AD" clId="Web-{E2AEE28D-1C16-2B15-90F8-43230614D210}" dt="2026-02-12T13:38:48.861" v="364"/>
          <ac:spMkLst>
            <pc:docMk/>
            <pc:sldMk cId="2152410739" sldId="259"/>
            <ac:spMk id="7" creationId="{E0A8CD07-20BA-E9B7-8ED6-9C332AE04D0B}"/>
          </ac:spMkLst>
        </pc:spChg>
        <pc:spChg chg="mod">
          <ac:chgData name="ZENONI Emma" userId="S::emma.zenoni@edhec.com::02ffb14c-d42a-4454-bc80-2ba203feed45" providerId="AD" clId="Web-{E2AEE28D-1C16-2B15-90F8-43230614D210}" dt="2026-02-12T13:26:49.516" v="329" actId="20577"/>
          <ac:spMkLst>
            <pc:docMk/>
            <pc:sldMk cId="2152410739" sldId="259"/>
            <ac:spMk id="15" creationId="{CB5883DD-D710-71D7-1D4D-BA10F06DB983}"/>
          </ac:spMkLst>
        </pc:spChg>
        <pc:spChg chg="mod">
          <ac:chgData name="ZENONI Emma" userId="S::emma.zenoni@edhec.com::02ffb14c-d42a-4454-bc80-2ba203feed45" providerId="AD" clId="Web-{E2AEE28D-1C16-2B15-90F8-43230614D210}" dt="2026-02-12T13:37:50.720" v="363" actId="20577"/>
          <ac:spMkLst>
            <pc:docMk/>
            <pc:sldMk cId="2152410739" sldId="259"/>
            <ac:spMk id="28" creationId="{166364A0-09BA-E9B6-EB28-39073DD538D0}"/>
          </ac:spMkLst>
        </pc:spChg>
        <pc:spChg chg="mod">
          <ac:chgData name="ZENONI Emma" userId="S::emma.zenoni@edhec.com::02ffb14c-d42a-4454-bc80-2ba203feed45" providerId="AD" clId="Web-{E2AEE28D-1C16-2B15-90F8-43230614D210}" dt="2026-02-12T13:08:45.391" v="132" actId="1076"/>
          <ac:spMkLst>
            <pc:docMk/>
            <pc:sldMk cId="2152410739" sldId="259"/>
            <ac:spMk id="30" creationId="{E870A1B2-CDE5-B7BB-AA6A-2E36AA5CBCAF}"/>
          </ac:spMkLst>
        </pc:spChg>
        <pc:spChg chg="mod">
          <ac:chgData name="ZENONI Emma" userId="S::emma.zenoni@edhec.com::02ffb14c-d42a-4454-bc80-2ba203feed45" providerId="AD" clId="Web-{E2AEE28D-1C16-2B15-90F8-43230614D210}" dt="2026-02-12T13:23:43.922" v="309" actId="20577"/>
          <ac:spMkLst>
            <pc:docMk/>
            <pc:sldMk cId="2152410739" sldId="259"/>
            <ac:spMk id="31" creationId="{0344BFAA-BFDC-DB7B-A8FE-5249647F2480}"/>
          </ac:spMkLst>
        </pc:spChg>
        <pc:graphicFrameChg chg="add mod modGraphic">
          <ac:chgData name="ZENONI Emma" userId="S::emma.zenoni@edhec.com::02ffb14c-d42a-4454-bc80-2ba203feed45" providerId="AD" clId="Web-{E2AEE28D-1C16-2B15-90F8-43230614D210}" dt="2026-02-13T11:13:25.384" v="599"/>
          <ac:graphicFrameMkLst>
            <pc:docMk/>
            <pc:sldMk cId="2152410739" sldId="259"/>
            <ac:graphicFrameMk id="4" creationId="{6F129B68-B50D-D458-71A0-228D372F31BA}"/>
          </ac:graphicFrameMkLst>
        </pc:graphicFrameChg>
        <pc:graphicFrameChg chg="del">
          <ac:chgData name="ZENONI Emma" userId="S::emma.zenoni@edhec.com::02ffb14c-d42a-4454-bc80-2ba203feed45" providerId="AD" clId="Web-{E2AEE28D-1C16-2B15-90F8-43230614D210}" dt="2026-02-12T12:09:17.086" v="12"/>
          <ac:graphicFrameMkLst>
            <pc:docMk/>
            <pc:sldMk cId="2152410739" sldId="259"/>
            <ac:graphicFrameMk id="6" creationId="{FAC37EC8-65AC-5423-A748-66E360746C30}"/>
          </ac:graphicFrameMkLst>
        </pc:graphicFrameChg>
        <pc:graphicFrameChg chg="mod modGraphic">
          <ac:chgData name="ZENONI Emma" userId="S::emma.zenoni@edhec.com::02ffb14c-d42a-4454-bc80-2ba203feed45" providerId="AD" clId="Web-{E2AEE28D-1C16-2B15-90F8-43230614D210}" dt="2026-02-13T11:13:16.837" v="582" actId="1076"/>
          <ac:graphicFrameMkLst>
            <pc:docMk/>
            <pc:sldMk cId="2152410739" sldId="259"/>
            <ac:graphicFrameMk id="37" creationId="{78D88CBB-6D90-0930-4D8E-1E8FC8D0C0AB}"/>
          </ac:graphicFrameMkLst>
        </pc:graphicFrameChg>
        <pc:graphicFrameChg chg="mod modGraphic">
          <ac:chgData name="ZENONI Emma" userId="S::emma.zenoni@edhec.com::02ffb14c-d42a-4454-bc80-2ba203feed45" providerId="AD" clId="Web-{E2AEE28D-1C16-2B15-90F8-43230614D210}" dt="2026-02-13T11:13:21.790" v="593"/>
          <ac:graphicFrameMkLst>
            <pc:docMk/>
            <pc:sldMk cId="2152410739" sldId="259"/>
            <ac:graphicFrameMk id="39" creationId="{6B34D07E-4F57-53B0-E5B9-665A8AB0402D}"/>
          </ac:graphicFrameMkLst>
        </pc:graphicFrameChg>
      </pc:sldChg>
    </pc:docChg>
  </pc:docChgLst>
  <pc:docChgLst>
    <pc:chgData name="EL GHRABLI Sana" userId="3e9a2d17-abe5-4a35-a694-d25ee74e3082" providerId="ADAL" clId="{329867B5-5928-5B57-B414-9AAD73D5211C}"/>
    <pc:docChg chg="undo redo custSel addSld delSld modSld">
      <pc:chgData name="EL GHRABLI Sana" userId="3e9a2d17-abe5-4a35-a694-d25ee74e3082" providerId="ADAL" clId="{329867B5-5928-5B57-B414-9AAD73D5211C}" dt="2026-02-13T09:19:02.822" v="2983" actId="12788"/>
      <pc:docMkLst>
        <pc:docMk/>
      </pc:docMkLst>
      <pc:sldChg chg="addSp delSp modSp mod">
        <pc:chgData name="EL GHRABLI Sana" userId="3e9a2d17-abe5-4a35-a694-d25ee74e3082" providerId="ADAL" clId="{329867B5-5928-5B57-B414-9AAD73D5211C}" dt="2026-02-12T11:36:19.648" v="321" actId="1036"/>
        <pc:sldMkLst>
          <pc:docMk/>
          <pc:sldMk cId="3784089036" sldId="256"/>
        </pc:sldMkLst>
        <pc:spChg chg="mod">
          <ac:chgData name="EL GHRABLI Sana" userId="3e9a2d17-abe5-4a35-a694-d25ee74e3082" providerId="ADAL" clId="{329867B5-5928-5B57-B414-9AAD73D5211C}" dt="2026-02-12T11:36:14.297" v="315" actId="1037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20:12.258" v="5" actId="2711"/>
          <ac:spMkLst>
            <pc:docMk/>
            <pc:sldMk cId="3784089036" sldId="256"/>
            <ac:spMk id="3" creationId="{AD512F80-17AA-739E-D4CB-1837AD4BE9F2}"/>
          </ac:spMkLst>
        </pc:spChg>
        <pc:spChg chg="mod">
          <ac:chgData name="EL GHRABLI Sana" userId="3e9a2d17-abe5-4a35-a694-d25ee74e3082" providerId="ADAL" clId="{329867B5-5928-5B57-B414-9AAD73D5211C}" dt="2026-02-12T11:20:12.258" v="5" actId="2711"/>
          <ac:spMkLst>
            <pc:docMk/>
            <pc:sldMk cId="3784089036" sldId="256"/>
            <ac:spMk id="6" creationId="{2F802330-1E27-40FD-50F5-A77DDE8C89F1}"/>
          </ac:spMkLst>
        </pc:spChg>
        <pc:picChg chg="mod">
          <ac:chgData name="EL GHRABLI Sana" userId="3e9a2d17-abe5-4a35-a694-d25ee74e3082" providerId="ADAL" clId="{329867B5-5928-5B57-B414-9AAD73D5211C}" dt="2026-02-12T11:20:07.359" v="4" actId="1076"/>
          <ac:picMkLst>
            <pc:docMk/>
            <pc:sldMk cId="3784089036" sldId="256"/>
            <ac:picMk id="7" creationId="{66C93C5B-FE8F-FC27-EAC3-4C96C65F70E0}"/>
          </ac:picMkLst>
        </pc:picChg>
        <pc:picChg chg="mod">
          <ac:chgData name="EL GHRABLI Sana" userId="3e9a2d17-abe5-4a35-a694-d25ee74e3082" providerId="ADAL" clId="{329867B5-5928-5B57-B414-9AAD73D5211C}" dt="2026-02-12T11:36:14.297" v="315" actId="1037"/>
          <ac:picMkLst>
            <pc:docMk/>
            <pc:sldMk cId="3784089036" sldId="256"/>
            <ac:picMk id="8" creationId="{0D40DF7F-FB21-4826-9630-CA43B74E0BA7}"/>
          </ac:picMkLst>
        </pc:picChg>
        <pc:picChg chg="add mod">
          <ac:chgData name="EL GHRABLI Sana" userId="3e9a2d17-abe5-4a35-a694-d25ee74e3082" providerId="ADAL" clId="{329867B5-5928-5B57-B414-9AAD73D5211C}" dt="2026-02-12T11:36:19.648" v="321" actId="1036"/>
          <ac:picMkLst>
            <pc:docMk/>
            <pc:sldMk cId="3784089036" sldId="256"/>
            <ac:picMk id="10" creationId="{B5E62474-27EB-BF76-037A-793E57CA5369}"/>
          </ac:picMkLst>
        </pc:picChg>
        <pc:picChg chg="del">
          <ac:chgData name="EL GHRABLI Sana" userId="3e9a2d17-abe5-4a35-a694-d25ee74e3082" providerId="ADAL" clId="{329867B5-5928-5B57-B414-9AAD73D5211C}" dt="2026-02-12T11:35:52.276" v="307" actId="478"/>
          <ac:picMkLst>
            <pc:docMk/>
            <pc:sldMk cId="3784089036" sldId="256"/>
            <ac:picMk id="1028" creationId="{64DF0870-04A8-748D-90E8-DC3A7E9838EC}"/>
          </ac:picMkLst>
        </pc:picChg>
      </pc:sldChg>
      <pc:sldChg chg="addSp modSp del mod">
        <pc:chgData name="EL GHRABLI Sana" userId="3e9a2d17-abe5-4a35-a694-d25ee74e3082" providerId="ADAL" clId="{329867B5-5928-5B57-B414-9AAD73D5211C}" dt="2026-02-12T12:05:02.461" v="734" actId="2696"/>
        <pc:sldMkLst>
          <pc:docMk/>
          <pc:sldMk cId="0" sldId="257"/>
        </pc:sldMkLst>
        <pc:spChg chg="mod">
          <ac:chgData name="EL GHRABLI Sana" userId="3e9a2d17-abe5-4a35-a694-d25ee74e3082" providerId="ADAL" clId="{329867B5-5928-5B57-B414-9AAD73D5211C}" dt="2026-02-12T11:38:18.394" v="385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38:13.579" v="384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38:06.929" v="383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37:50.277" v="375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37:34.628" v="365" actId="1410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39:27.033" v="398" actId="208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38:00.977" v="382" actId="1035"/>
          <ac:spMkLst>
            <pc:docMk/>
            <pc:sldMk cId="0" sldId="257"/>
            <ac:spMk id="49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37:42.061" v="374" actId="1035"/>
          <ac:spMkLst>
            <pc:docMk/>
            <pc:sldMk cId="0" sldId="257"/>
            <ac:spMk id="50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37:38.434" v="367" actId="1035"/>
          <ac:spMkLst>
            <pc:docMk/>
            <pc:sldMk cId="0" sldId="257"/>
            <ac:spMk id="51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1:39:30.475" v="399" actId="113"/>
          <ac:spMkLst>
            <pc:docMk/>
            <pc:sldMk cId="0" sldId="257"/>
            <ac:spMk id="52" creationId="{00000000-0000-0000-0000-000000000000}"/>
          </ac:spMkLst>
        </pc:spChg>
        <pc:spChg chg="add mod">
          <ac:chgData name="EL GHRABLI Sana" userId="3e9a2d17-abe5-4a35-a694-d25ee74e3082" providerId="ADAL" clId="{329867B5-5928-5B57-B414-9AAD73D5211C}" dt="2026-02-12T11:27:53.907" v="179" actId="113"/>
          <ac:spMkLst>
            <pc:docMk/>
            <pc:sldMk cId="0" sldId="257"/>
            <ac:spMk id="69" creationId="{C0A4603D-81D3-AAA2-855F-A18B09E9B726}"/>
          </ac:spMkLst>
        </pc:spChg>
        <pc:spChg chg="add mod">
          <ac:chgData name="EL GHRABLI Sana" userId="3e9a2d17-abe5-4a35-a694-d25ee74e3082" providerId="ADAL" clId="{329867B5-5928-5B57-B414-9AAD73D5211C}" dt="2026-02-12T11:27:54.884" v="180"/>
          <ac:spMkLst>
            <pc:docMk/>
            <pc:sldMk cId="0" sldId="257"/>
            <ac:spMk id="70" creationId="{AAE09F9C-788B-1D09-ED4B-7BB173E8611B}"/>
          </ac:spMkLst>
        </pc:spChg>
      </pc:sldChg>
      <pc:sldChg chg="del">
        <pc:chgData name="EL GHRABLI Sana" userId="3e9a2d17-abe5-4a35-a694-d25ee74e3082" providerId="ADAL" clId="{329867B5-5928-5B57-B414-9AAD73D5211C}" dt="2026-02-12T12:18:31.581" v="1052" actId="2696"/>
        <pc:sldMkLst>
          <pc:docMk/>
          <pc:sldMk cId="1172317473" sldId="258"/>
        </pc:sldMkLst>
      </pc:sldChg>
      <pc:sldChg chg="addSp delSp modSp mod modNotesTx">
        <pc:chgData name="EL GHRABLI Sana" userId="3e9a2d17-abe5-4a35-a694-d25ee74e3082" providerId="ADAL" clId="{329867B5-5928-5B57-B414-9AAD73D5211C}" dt="2026-02-12T19:46:05.343" v="2862" actId="27636"/>
        <pc:sldMkLst>
          <pc:docMk/>
          <pc:sldMk cId="2152410739" sldId="259"/>
        </pc:sldMkLst>
        <pc:spChg chg="mod">
          <ac:chgData name="EL GHRABLI Sana" userId="3e9a2d17-abe5-4a35-a694-d25ee74e3082" providerId="ADAL" clId="{329867B5-5928-5B57-B414-9AAD73D5211C}" dt="2026-02-12T19:46:05.343" v="2862" actId="27636"/>
          <ac:spMkLst>
            <pc:docMk/>
            <pc:sldMk cId="2152410739" sldId="259"/>
            <ac:spMk id="2" creationId="{CFA517B2-C302-9A7F-EEF3-F2FD6785C8E0}"/>
          </ac:spMkLst>
        </pc:spChg>
        <pc:spChg chg="add del mod">
          <ac:chgData name="EL GHRABLI Sana" userId="3e9a2d17-abe5-4a35-a694-d25ee74e3082" providerId="ADAL" clId="{329867B5-5928-5B57-B414-9AAD73D5211C}" dt="2026-02-12T19:29:43.498" v="2645" actId="478"/>
          <ac:spMkLst>
            <pc:docMk/>
            <pc:sldMk cId="2152410739" sldId="259"/>
            <ac:spMk id="3" creationId="{F3A9C48B-55CB-CA0B-F647-E85BE60A5803}"/>
          </ac:spMkLst>
        </pc:spChg>
        <pc:spChg chg="mod">
          <ac:chgData name="EL GHRABLI Sana" userId="3e9a2d17-abe5-4a35-a694-d25ee74e3082" providerId="ADAL" clId="{329867B5-5928-5B57-B414-9AAD73D5211C}" dt="2026-02-12T12:27:48.733" v="1243" actId="20577"/>
          <ac:spMkLst>
            <pc:docMk/>
            <pc:sldMk cId="2152410739" sldId="259"/>
            <ac:spMk id="7" creationId="{E0A8CD07-20BA-E9B7-8ED6-9C332AE04D0B}"/>
          </ac:spMkLst>
        </pc:spChg>
        <pc:spChg chg="mod">
          <ac:chgData name="EL GHRABLI Sana" userId="3e9a2d17-abe5-4a35-a694-d25ee74e3082" providerId="ADAL" clId="{329867B5-5928-5B57-B414-9AAD73D5211C}" dt="2026-02-12T15:18:56.311" v="2468" actId="14100"/>
          <ac:spMkLst>
            <pc:docMk/>
            <pc:sldMk cId="2152410739" sldId="259"/>
            <ac:spMk id="15" creationId="{CB5883DD-D710-71D7-1D4D-BA10F06DB983}"/>
          </ac:spMkLst>
        </pc:spChg>
        <pc:spChg chg="mod">
          <ac:chgData name="EL GHRABLI Sana" userId="3e9a2d17-abe5-4a35-a694-d25ee74e3082" providerId="ADAL" clId="{329867B5-5928-5B57-B414-9AAD73D5211C}" dt="2026-02-12T12:40:49.013" v="1305" actId="20577"/>
          <ac:spMkLst>
            <pc:docMk/>
            <pc:sldMk cId="2152410739" sldId="259"/>
            <ac:spMk id="16" creationId="{31004183-725D-F177-4775-6BCDD67DF3E4}"/>
          </ac:spMkLst>
        </pc:spChg>
        <pc:spChg chg="add mod">
          <ac:chgData name="EL GHRABLI Sana" userId="3e9a2d17-abe5-4a35-a694-d25ee74e3082" providerId="ADAL" clId="{329867B5-5928-5B57-B414-9AAD73D5211C}" dt="2026-02-12T19:29:06.049" v="2615" actId="207"/>
          <ac:spMkLst>
            <pc:docMk/>
            <pc:sldMk cId="2152410739" sldId="259"/>
            <ac:spMk id="19" creationId="{0501C069-805F-8494-2A78-910CF5531F40}"/>
          </ac:spMkLst>
        </pc:spChg>
        <pc:spChg chg="add mod">
          <ac:chgData name="EL GHRABLI Sana" userId="3e9a2d17-abe5-4a35-a694-d25ee74e3082" providerId="ADAL" clId="{329867B5-5928-5B57-B414-9AAD73D5211C}" dt="2026-02-12T19:29:30.225" v="2624" actId="1035"/>
          <ac:spMkLst>
            <pc:docMk/>
            <pc:sldMk cId="2152410739" sldId="259"/>
            <ac:spMk id="21" creationId="{D3E00FCB-2AF2-685E-E79B-1FC59E68C3DE}"/>
          </ac:spMkLst>
        </pc:spChg>
        <pc:spChg chg="add mod">
          <ac:chgData name="EL GHRABLI Sana" userId="3e9a2d17-abe5-4a35-a694-d25ee74e3082" providerId="ADAL" clId="{329867B5-5928-5B57-B414-9AAD73D5211C}" dt="2026-02-12T19:29:26.814" v="2622" actId="1035"/>
          <ac:spMkLst>
            <pc:docMk/>
            <pc:sldMk cId="2152410739" sldId="259"/>
            <ac:spMk id="22" creationId="{41FC5F2E-C5FA-E2E1-F1B4-B7D5570F74DF}"/>
          </ac:spMkLst>
        </pc:spChg>
        <pc:spChg chg="mod">
          <ac:chgData name="EL GHRABLI Sana" userId="3e9a2d17-abe5-4a35-a694-d25ee74e3082" providerId="ADAL" clId="{329867B5-5928-5B57-B414-9AAD73D5211C}" dt="2026-02-12T15:19:43.275" v="2487" actId="1038"/>
          <ac:spMkLst>
            <pc:docMk/>
            <pc:sldMk cId="2152410739" sldId="259"/>
            <ac:spMk id="23" creationId="{2EDE4149-70FF-D392-7BF6-2E943A7253EE}"/>
          </ac:spMkLst>
        </pc:spChg>
        <pc:spChg chg="del mod">
          <ac:chgData name="EL GHRABLI Sana" userId="3e9a2d17-abe5-4a35-a694-d25ee74e3082" providerId="ADAL" clId="{329867B5-5928-5B57-B414-9AAD73D5211C}" dt="2026-02-12T15:20:19.365" v="2496" actId="478"/>
          <ac:spMkLst>
            <pc:docMk/>
            <pc:sldMk cId="2152410739" sldId="259"/>
            <ac:spMk id="28" creationId="{166364A0-09BA-E9B6-EB28-39073DD538D0}"/>
          </ac:spMkLst>
        </pc:spChg>
        <pc:spChg chg="mod">
          <ac:chgData name="EL GHRABLI Sana" userId="3e9a2d17-abe5-4a35-a694-d25ee74e3082" providerId="ADAL" clId="{329867B5-5928-5B57-B414-9AAD73D5211C}" dt="2026-02-12T19:28:08.242" v="2586" actId="14100"/>
          <ac:spMkLst>
            <pc:docMk/>
            <pc:sldMk cId="2152410739" sldId="259"/>
            <ac:spMk id="29" creationId="{0E82BBF4-DE99-F238-E352-2A383E562362}"/>
          </ac:spMkLst>
        </pc:spChg>
        <pc:graphicFrameChg chg="modGraphic">
          <ac:chgData name="EL GHRABLI Sana" userId="3e9a2d17-abe5-4a35-a694-d25ee74e3082" providerId="ADAL" clId="{329867B5-5928-5B57-B414-9AAD73D5211C}" dt="2026-02-12T15:19:22.824" v="2472" actId="2166"/>
          <ac:graphicFrameMkLst>
            <pc:docMk/>
            <pc:sldMk cId="2152410739" sldId="259"/>
            <ac:graphicFrameMk id="4" creationId="{6F129B68-B50D-D458-71A0-228D372F31BA}"/>
          </ac:graphicFrameMkLst>
        </pc:graphicFrameChg>
        <pc:picChg chg="add mod">
          <ac:chgData name="EL GHRABLI Sana" userId="3e9a2d17-abe5-4a35-a694-d25ee74e3082" providerId="ADAL" clId="{329867B5-5928-5B57-B414-9AAD73D5211C}" dt="2026-02-12T19:29:26.814" v="2622" actId="1035"/>
          <ac:picMkLst>
            <pc:docMk/>
            <pc:sldMk cId="2152410739" sldId="259"/>
            <ac:picMk id="8" creationId="{D9C45AC3-608E-FE5F-912A-A747B56E8A77}"/>
          </ac:picMkLst>
        </pc:picChg>
        <pc:picChg chg="add mod">
          <ac:chgData name="EL GHRABLI Sana" userId="3e9a2d17-abe5-4a35-a694-d25ee74e3082" providerId="ADAL" clId="{329867B5-5928-5B57-B414-9AAD73D5211C}" dt="2026-02-12T19:29:30.225" v="2624" actId="1035"/>
          <ac:picMkLst>
            <pc:docMk/>
            <pc:sldMk cId="2152410739" sldId="259"/>
            <ac:picMk id="11" creationId="{C291ABE5-B4E4-2BCE-CE28-3AE4D7A99051}"/>
          </ac:picMkLst>
        </pc:picChg>
        <pc:picChg chg="add mod">
          <ac:chgData name="EL GHRABLI Sana" userId="3e9a2d17-abe5-4a35-a694-d25ee74e3082" providerId="ADAL" clId="{329867B5-5928-5B57-B414-9AAD73D5211C}" dt="2026-02-12T19:28:33.352" v="2592" actId="465"/>
          <ac:picMkLst>
            <pc:docMk/>
            <pc:sldMk cId="2152410739" sldId="259"/>
            <ac:picMk id="14" creationId="{B5C8C5B9-6F5C-61BF-6E00-2318851BB5C4}"/>
          </ac:picMkLst>
        </pc:picChg>
      </pc:sldChg>
      <pc:sldChg chg="addSp delSp modSp mod">
        <pc:chgData name="EL GHRABLI Sana" userId="3e9a2d17-abe5-4a35-a694-d25ee74e3082" providerId="ADAL" clId="{329867B5-5928-5B57-B414-9AAD73D5211C}" dt="2026-02-12T19:46:15.071" v="2868" actId="1035"/>
        <pc:sldMkLst>
          <pc:docMk/>
          <pc:sldMk cId="1308246233" sldId="260"/>
        </pc:sldMkLst>
        <pc:spChg chg="mod">
          <ac:chgData name="EL GHRABLI Sana" userId="3e9a2d17-abe5-4a35-a694-d25ee74e3082" providerId="ADAL" clId="{329867B5-5928-5B57-B414-9AAD73D5211C}" dt="2026-02-12T19:46:15.071" v="2868" actId="1035"/>
          <ac:spMkLst>
            <pc:docMk/>
            <pc:sldMk cId="1308246233" sldId="260"/>
            <ac:spMk id="2" creationId="{2D2D7264-80AE-4B89-E840-F403DE00F9DC}"/>
          </ac:spMkLst>
        </pc:spChg>
        <pc:spChg chg="del">
          <ac:chgData name="EL GHRABLI Sana" userId="3e9a2d17-abe5-4a35-a694-d25ee74e3082" providerId="ADAL" clId="{329867B5-5928-5B57-B414-9AAD73D5211C}" dt="2026-02-12T11:38:53.572" v="393" actId="478"/>
          <ac:spMkLst>
            <pc:docMk/>
            <pc:sldMk cId="1308246233" sldId="260"/>
            <ac:spMk id="3" creationId="{51CF5229-1347-C63A-D1A0-C584555F5B09}"/>
          </ac:spMkLst>
        </pc:spChg>
        <pc:spChg chg="mod">
          <ac:chgData name="EL GHRABLI Sana" userId="3e9a2d17-abe5-4a35-a694-d25ee74e3082" providerId="ADAL" clId="{329867B5-5928-5B57-B414-9AAD73D5211C}" dt="2026-02-12T11:44:49.450" v="554" actId="14100"/>
          <ac:spMkLst>
            <pc:docMk/>
            <pc:sldMk cId="1308246233" sldId="260"/>
            <ac:spMk id="5" creationId="{5C1F80A7-4352-74FC-6075-931EA732E659}"/>
          </ac:spMkLst>
        </pc:spChg>
        <pc:spChg chg="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7" creationId="{AB46475E-0C36-A4A2-813D-D1C7D26324D9}"/>
          </ac:spMkLst>
        </pc:spChg>
        <pc:spChg chg="mod">
          <ac:chgData name="EL GHRABLI Sana" userId="3e9a2d17-abe5-4a35-a694-d25ee74e3082" providerId="ADAL" clId="{329867B5-5928-5B57-B414-9AAD73D5211C}" dt="2026-02-12T11:37:02.065" v="326"/>
          <ac:spMkLst>
            <pc:docMk/>
            <pc:sldMk cId="1308246233" sldId="260"/>
            <ac:spMk id="9" creationId="{4E744F4F-062D-F462-F7E1-8D0405F270A6}"/>
          </ac:spMkLst>
        </pc:spChg>
        <pc:spChg chg="add 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11" creationId="{10490CC8-4F8D-A316-F3E3-8ADE2D7C1F49}"/>
          </ac:spMkLst>
        </pc:spChg>
        <pc:spChg chg="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12" creationId="{06FAE856-ECAF-EE7F-5624-096C554DFE56}"/>
          </ac:spMkLst>
        </pc:spChg>
        <pc:spChg chg="add 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13" creationId="{2AE065C8-CBE5-B0F3-E7EE-94FD87F07BC1}"/>
          </ac:spMkLst>
        </pc:spChg>
        <pc:spChg chg="add 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14" creationId="{543ED0E6-C7DA-3822-0AC0-60662687CA7E}"/>
          </ac:spMkLst>
        </pc:spChg>
        <pc:spChg chg="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15" creationId="{F806A881-1E60-DBA8-CAB2-F0B091D07019}"/>
          </ac:spMkLst>
        </pc:spChg>
        <pc:spChg chg="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16" creationId="{BA1B1CE9-32E7-ED13-69D3-EB67FF58887D}"/>
          </ac:spMkLst>
        </pc:spChg>
        <pc:spChg chg="add mod">
          <ac:chgData name="EL GHRABLI Sana" userId="3e9a2d17-abe5-4a35-a694-d25ee74e3082" providerId="ADAL" clId="{329867B5-5928-5B57-B414-9AAD73D5211C}" dt="2026-02-12T11:37:02.065" v="326"/>
          <ac:spMkLst>
            <pc:docMk/>
            <pc:sldMk cId="1308246233" sldId="260"/>
            <ac:spMk id="17" creationId="{AA220544-C83E-750E-17E6-16836CE7B643}"/>
          </ac:spMkLst>
        </pc:spChg>
        <pc:spChg chg="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18" creationId="{B5C13D75-AC1F-C8F1-EB97-6930698DD58C}"/>
          </ac:spMkLst>
        </pc:spChg>
        <pc:spChg chg="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19" creationId="{92CCBE9E-DE76-80F2-7050-E617A7A9F0D3}"/>
          </ac:spMkLst>
        </pc:spChg>
        <pc:spChg chg="mod">
          <ac:chgData name="EL GHRABLI Sana" userId="3e9a2d17-abe5-4a35-a694-d25ee74e3082" providerId="ADAL" clId="{329867B5-5928-5B57-B414-9AAD73D5211C}" dt="2026-02-12T11:37:02.065" v="326"/>
          <ac:spMkLst>
            <pc:docMk/>
            <pc:sldMk cId="1308246233" sldId="260"/>
            <ac:spMk id="22" creationId="{1BE07AF8-332F-AF84-E16A-903FD0A8E715}"/>
          </ac:spMkLst>
        </pc:spChg>
        <pc:spChg chg="mod">
          <ac:chgData name="EL GHRABLI Sana" userId="3e9a2d17-abe5-4a35-a694-d25ee74e3082" providerId="ADAL" clId="{329867B5-5928-5B57-B414-9AAD73D5211C}" dt="2026-02-12T11:37:02.065" v="326"/>
          <ac:spMkLst>
            <pc:docMk/>
            <pc:sldMk cId="1308246233" sldId="260"/>
            <ac:spMk id="23" creationId="{E41E977C-7839-EBFA-8626-06451A808388}"/>
          </ac:spMkLst>
        </pc:spChg>
        <pc:spChg chg="add mod">
          <ac:chgData name="EL GHRABLI Sana" userId="3e9a2d17-abe5-4a35-a694-d25ee74e3082" providerId="ADAL" clId="{329867B5-5928-5B57-B414-9AAD73D5211C}" dt="2026-02-12T11:37:02.065" v="326"/>
          <ac:spMkLst>
            <pc:docMk/>
            <pc:sldMk cId="1308246233" sldId="260"/>
            <ac:spMk id="24" creationId="{3421A8C6-396F-EAE6-EACD-23391681988D}"/>
          </ac:spMkLst>
        </pc:spChg>
        <pc:spChg chg="add mod">
          <ac:chgData name="EL GHRABLI Sana" userId="3e9a2d17-abe5-4a35-a694-d25ee74e3082" providerId="ADAL" clId="{329867B5-5928-5B57-B414-9AAD73D5211C}" dt="2026-02-12T11:37:07.686" v="353" actId="1035"/>
          <ac:spMkLst>
            <pc:docMk/>
            <pc:sldMk cId="1308246233" sldId="260"/>
            <ac:spMk id="25" creationId="{EA6030AB-A335-FAA9-2972-794807045004}"/>
          </ac:spMkLst>
        </pc:spChg>
        <pc:spChg chg="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30" creationId="{4992F4AA-F3E9-FFB5-A109-EFA2A48895E0}"/>
          </ac:spMkLst>
        </pc:spChg>
        <pc:spChg chg="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37" creationId="{DD3BDE5B-9084-D0C5-9928-9311C9BA7C35}"/>
          </ac:spMkLst>
        </pc:spChg>
        <pc:spChg chg="add 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41" creationId="{E4F2F1A3-4E5A-6662-800B-12ADA6C6E867}"/>
          </ac:spMkLst>
        </pc:spChg>
        <pc:spChg chg="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44" creationId="{3E3DF81F-C40F-7021-7C68-42E9AD33A138}"/>
          </ac:spMkLst>
        </pc:spChg>
        <pc:spChg chg="add 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47" creationId="{2575CB08-EA36-31E0-7130-C9A01F828D7A}"/>
          </ac:spMkLst>
        </pc:spChg>
        <pc:spChg chg="add 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52" creationId="{B64E35AE-4943-3B2F-59AD-0598BACBADDE}"/>
          </ac:spMkLst>
        </pc:spChg>
        <pc:spChg chg="add 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55" creationId="{9B2AD50B-C189-7FAE-3583-8DFE22D0C1D6}"/>
          </ac:spMkLst>
        </pc:spChg>
        <pc:spChg chg="add 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57" creationId="{7F654E3B-F254-8997-7E08-3D727DC0AFEF}"/>
          </ac:spMkLst>
        </pc:spChg>
        <pc:spChg chg="add 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59" creationId="{2A34936B-E61B-F196-F8A3-C9142E16B3CA}"/>
          </ac:spMkLst>
        </pc:spChg>
        <pc:spChg chg="add mod">
          <ac:chgData name="EL GHRABLI Sana" userId="3e9a2d17-abe5-4a35-a694-d25ee74e3082" providerId="ADAL" clId="{329867B5-5928-5B57-B414-9AAD73D5211C}" dt="2026-02-12T11:37:14.104" v="354"/>
          <ac:spMkLst>
            <pc:docMk/>
            <pc:sldMk cId="1308246233" sldId="260"/>
            <ac:spMk id="62" creationId="{54063FA2-E4B6-2115-91A6-968085DA8D3E}"/>
          </ac:spMkLst>
        </pc:spChg>
        <pc:spChg chg="mod topLvl">
          <ac:chgData name="EL GHRABLI Sana" userId="3e9a2d17-abe5-4a35-a694-d25ee74e3082" providerId="ADAL" clId="{329867B5-5928-5B57-B414-9AAD73D5211C}" dt="2026-02-12T11:43:10.473" v="482" actId="164"/>
          <ac:spMkLst>
            <pc:docMk/>
            <pc:sldMk cId="1308246233" sldId="260"/>
            <ac:spMk id="65" creationId="{E56F8307-9B0A-9664-56CD-24C2D99BA545}"/>
          </ac:spMkLst>
        </pc:spChg>
        <pc:spChg chg="mod topLvl">
          <ac:chgData name="EL GHRABLI Sana" userId="3e9a2d17-abe5-4a35-a694-d25ee74e3082" providerId="ADAL" clId="{329867B5-5928-5B57-B414-9AAD73D5211C}" dt="2026-02-12T11:38:49.895" v="392" actId="165"/>
          <ac:spMkLst>
            <pc:docMk/>
            <pc:sldMk cId="1308246233" sldId="260"/>
            <ac:spMk id="66" creationId="{579F1BCB-0384-B550-9EAF-833384FD9059}"/>
          </ac:spMkLst>
        </pc:spChg>
        <pc:spChg chg="add del mod">
          <ac:chgData name="EL GHRABLI Sana" userId="3e9a2d17-abe5-4a35-a694-d25ee74e3082" providerId="ADAL" clId="{329867B5-5928-5B57-B414-9AAD73D5211C}" dt="2026-02-12T11:38:56.824" v="394" actId="478"/>
          <ac:spMkLst>
            <pc:docMk/>
            <pc:sldMk cId="1308246233" sldId="260"/>
            <ac:spMk id="68" creationId="{74D0F3EC-4E91-013B-C519-624B895C175F}"/>
          </ac:spMkLst>
        </pc:spChg>
        <pc:spChg chg="mod">
          <ac:chgData name="EL GHRABLI Sana" userId="3e9a2d17-abe5-4a35-a694-d25ee74e3082" providerId="ADAL" clId="{329867B5-5928-5B57-B414-9AAD73D5211C}" dt="2026-02-12T12:07:00.007" v="763" actId="404"/>
          <ac:spMkLst>
            <pc:docMk/>
            <pc:sldMk cId="1308246233" sldId="260"/>
            <ac:spMk id="70" creationId="{06505BB5-D183-3E44-70CD-5831BED21355}"/>
          </ac:spMkLst>
        </pc:spChg>
        <pc:spChg chg="mod">
          <ac:chgData name="EL GHRABLI Sana" userId="3e9a2d17-abe5-4a35-a694-d25ee74e3082" providerId="ADAL" clId="{329867B5-5928-5B57-B414-9AAD73D5211C}" dt="2026-02-12T11:39:35.324" v="400"/>
          <ac:spMkLst>
            <pc:docMk/>
            <pc:sldMk cId="1308246233" sldId="260"/>
            <ac:spMk id="71" creationId="{349EF90C-6F2E-41E6-AFFE-F050C8EEB32A}"/>
          </ac:spMkLst>
        </pc:spChg>
        <pc:spChg chg="add mod">
          <ac:chgData name="EL GHRABLI Sana" userId="3e9a2d17-abe5-4a35-a694-d25ee74e3082" providerId="ADAL" clId="{329867B5-5928-5B57-B414-9AAD73D5211C}" dt="2026-02-12T11:41:51.712" v="473" actId="1037"/>
          <ac:spMkLst>
            <pc:docMk/>
            <pc:sldMk cId="1308246233" sldId="260"/>
            <ac:spMk id="72" creationId="{B87F43E7-A94A-FA4D-A67C-C0D65BE22327}"/>
          </ac:spMkLst>
        </pc:spChg>
        <pc:spChg chg="add mod">
          <ac:chgData name="EL GHRABLI Sana" userId="3e9a2d17-abe5-4a35-a694-d25ee74e3082" providerId="ADAL" clId="{329867B5-5928-5B57-B414-9AAD73D5211C}" dt="2026-02-12T11:41:45.287" v="453" actId="1037"/>
          <ac:spMkLst>
            <pc:docMk/>
            <pc:sldMk cId="1308246233" sldId="260"/>
            <ac:spMk id="73" creationId="{95F1911A-6FA4-9297-BFF8-51FE30F27017}"/>
          </ac:spMkLst>
        </pc:spChg>
        <pc:spChg chg="add mod">
          <ac:chgData name="EL GHRABLI Sana" userId="3e9a2d17-abe5-4a35-a694-d25ee74e3082" providerId="ADAL" clId="{329867B5-5928-5B57-B414-9AAD73D5211C}" dt="2026-02-12T11:44:23.853" v="543" actId="1035"/>
          <ac:spMkLst>
            <pc:docMk/>
            <pc:sldMk cId="1308246233" sldId="260"/>
            <ac:spMk id="74" creationId="{D667F9D7-1BAD-6BF8-FAF5-6B0EB23686C7}"/>
          </ac:spMkLst>
        </pc:spChg>
        <pc:spChg chg="mod">
          <ac:chgData name="EL GHRABLI Sana" userId="3e9a2d17-abe5-4a35-a694-d25ee74e3082" providerId="ADAL" clId="{329867B5-5928-5B57-B414-9AAD73D5211C}" dt="2026-02-12T11:44:26.512" v="544"/>
          <ac:spMkLst>
            <pc:docMk/>
            <pc:sldMk cId="1308246233" sldId="260"/>
            <ac:spMk id="77" creationId="{623985CA-D1CD-2543-5221-1B6BBAF3316A}"/>
          </ac:spMkLst>
        </pc:spChg>
        <pc:spChg chg="mod">
          <ac:chgData name="EL GHRABLI Sana" userId="3e9a2d17-abe5-4a35-a694-d25ee74e3082" providerId="ADAL" clId="{329867B5-5928-5B57-B414-9AAD73D5211C}" dt="2026-02-12T11:44:28.674" v="547" actId="20577"/>
          <ac:spMkLst>
            <pc:docMk/>
            <pc:sldMk cId="1308246233" sldId="260"/>
            <ac:spMk id="78" creationId="{1B556504-5D6A-EBF9-33D1-20BD855ECA4A}"/>
          </ac:spMkLst>
        </pc:spChg>
        <pc:spChg chg="mod">
          <ac:chgData name="EL GHRABLI Sana" userId="3e9a2d17-abe5-4a35-a694-d25ee74e3082" providerId="ADAL" clId="{329867B5-5928-5B57-B414-9AAD73D5211C}" dt="2026-02-12T11:44:30.977" v="548"/>
          <ac:spMkLst>
            <pc:docMk/>
            <pc:sldMk cId="1308246233" sldId="260"/>
            <ac:spMk id="80" creationId="{36CCAA26-B55D-0963-E3FB-EDFF1701E677}"/>
          </ac:spMkLst>
        </pc:spChg>
        <pc:spChg chg="mod">
          <ac:chgData name="EL GHRABLI Sana" userId="3e9a2d17-abe5-4a35-a694-d25ee74e3082" providerId="ADAL" clId="{329867B5-5928-5B57-B414-9AAD73D5211C}" dt="2026-02-12T11:46:36.640" v="555"/>
          <ac:spMkLst>
            <pc:docMk/>
            <pc:sldMk cId="1308246233" sldId="260"/>
            <ac:spMk id="81" creationId="{29A8ECFE-5DA2-B380-969B-1D9FC33F1DE7}"/>
          </ac:spMkLst>
        </pc:spChg>
        <pc:spChg chg="mod">
          <ac:chgData name="EL GHRABLI Sana" userId="3e9a2d17-abe5-4a35-a694-d25ee74e3082" providerId="ADAL" clId="{329867B5-5928-5B57-B414-9AAD73D5211C}" dt="2026-02-12T11:44:38.045" v="550"/>
          <ac:spMkLst>
            <pc:docMk/>
            <pc:sldMk cId="1308246233" sldId="260"/>
            <ac:spMk id="83" creationId="{E74AECE6-70CD-DA2B-DFBA-614B09BE8F91}"/>
          </ac:spMkLst>
        </pc:spChg>
        <pc:spChg chg="mod">
          <ac:chgData name="EL GHRABLI Sana" userId="3e9a2d17-abe5-4a35-a694-d25ee74e3082" providerId="ADAL" clId="{329867B5-5928-5B57-B414-9AAD73D5211C}" dt="2026-02-12T11:46:45.588" v="556"/>
          <ac:spMkLst>
            <pc:docMk/>
            <pc:sldMk cId="1308246233" sldId="260"/>
            <ac:spMk id="84" creationId="{2058CE5B-C18E-65A6-54F9-791BA9002831}"/>
          </ac:spMkLst>
        </pc:spChg>
        <pc:spChg chg="mod">
          <ac:chgData name="EL GHRABLI Sana" userId="3e9a2d17-abe5-4a35-a694-d25ee74e3082" providerId="ADAL" clId="{329867B5-5928-5B57-B414-9AAD73D5211C}" dt="2026-02-12T11:44:41.913" v="552"/>
          <ac:spMkLst>
            <pc:docMk/>
            <pc:sldMk cId="1308246233" sldId="260"/>
            <ac:spMk id="86" creationId="{30257CCA-01EA-BB9A-92CD-8B01EBF15322}"/>
          </ac:spMkLst>
        </pc:spChg>
        <pc:spChg chg="mod">
          <ac:chgData name="EL GHRABLI Sana" userId="3e9a2d17-abe5-4a35-a694-d25ee74e3082" providerId="ADAL" clId="{329867B5-5928-5B57-B414-9AAD73D5211C}" dt="2026-02-12T12:03:32.901" v="679" actId="20577"/>
          <ac:spMkLst>
            <pc:docMk/>
            <pc:sldMk cId="1308246233" sldId="260"/>
            <ac:spMk id="87" creationId="{F50D1791-D0C3-F3C4-6CF9-595289F3E14B}"/>
          </ac:spMkLst>
        </pc:spChg>
        <pc:spChg chg="add mod">
          <ac:chgData name="EL GHRABLI Sana" userId="3e9a2d17-abe5-4a35-a694-d25ee74e3082" providerId="ADAL" clId="{329867B5-5928-5B57-B414-9AAD73D5211C}" dt="2026-02-12T12:03:49.799" v="698" actId="1037"/>
          <ac:spMkLst>
            <pc:docMk/>
            <pc:sldMk cId="1308246233" sldId="260"/>
            <ac:spMk id="88" creationId="{985FCEFD-500F-C9BB-BF2F-9444187729FD}"/>
          </ac:spMkLst>
        </pc:spChg>
        <pc:spChg chg="add mod">
          <ac:chgData name="EL GHRABLI Sana" userId="3e9a2d17-abe5-4a35-a694-d25ee74e3082" providerId="ADAL" clId="{329867B5-5928-5B57-B414-9AAD73D5211C}" dt="2026-02-12T12:03:55.642" v="700" actId="1076"/>
          <ac:spMkLst>
            <pc:docMk/>
            <pc:sldMk cId="1308246233" sldId="260"/>
            <ac:spMk id="89" creationId="{2158A680-D311-EBD0-59D9-DEEB676A44D4}"/>
          </ac:spMkLst>
        </pc:spChg>
        <pc:spChg chg="add mod">
          <ac:chgData name="EL GHRABLI Sana" userId="3e9a2d17-abe5-4a35-a694-d25ee74e3082" providerId="ADAL" clId="{329867B5-5928-5B57-B414-9AAD73D5211C}" dt="2026-02-12T12:03:58.042" v="701" actId="14100"/>
          <ac:spMkLst>
            <pc:docMk/>
            <pc:sldMk cId="1308246233" sldId="260"/>
            <ac:spMk id="90" creationId="{C03A56A6-69E3-5ECF-1E22-7F55B8C962F1}"/>
          </ac:spMkLst>
        </pc:spChg>
        <pc:spChg chg="add mod">
          <ac:chgData name="EL GHRABLI Sana" userId="3e9a2d17-abe5-4a35-a694-d25ee74e3082" providerId="ADAL" clId="{329867B5-5928-5B57-B414-9AAD73D5211C}" dt="2026-02-12T12:04:08.753" v="710" actId="1036"/>
          <ac:spMkLst>
            <pc:docMk/>
            <pc:sldMk cId="1308246233" sldId="260"/>
            <ac:spMk id="91" creationId="{A8C09553-1F3F-2568-D0EB-EB8A9945F525}"/>
          </ac:spMkLst>
        </pc:spChg>
        <pc:spChg chg="add del mod">
          <ac:chgData name="EL GHRABLI Sana" userId="3e9a2d17-abe5-4a35-a694-d25ee74e3082" providerId="ADAL" clId="{329867B5-5928-5B57-B414-9AAD73D5211C}" dt="2026-02-12T14:50:13.258" v="2063" actId="478"/>
          <ac:spMkLst>
            <pc:docMk/>
            <pc:sldMk cId="1308246233" sldId="260"/>
            <ac:spMk id="92" creationId="{C7168E9C-DDA2-7674-5FC2-CA77C6AD2937}"/>
          </ac:spMkLst>
        </pc:spChg>
        <pc:grpChg chg="mod">
          <ac:chgData name="EL GHRABLI Sana" userId="3e9a2d17-abe5-4a35-a694-d25ee74e3082" providerId="ADAL" clId="{329867B5-5928-5B57-B414-9AAD73D5211C}" dt="2026-02-12T11:39:06.809" v="396" actId="552"/>
          <ac:grpSpMkLst>
            <pc:docMk/>
            <pc:sldMk cId="1308246233" sldId="260"/>
            <ac:grpSpMk id="4" creationId="{C08E3205-9F3C-F8C9-360A-8B09441D0192}"/>
          </ac:grpSpMkLst>
        </pc:grpChg>
        <pc:grpChg chg="add del mod">
          <ac:chgData name="EL GHRABLI Sana" userId="3e9a2d17-abe5-4a35-a694-d25ee74e3082" providerId="ADAL" clId="{329867B5-5928-5B57-B414-9AAD73D5211C}" dt="2026-02-12T11:38:49.895" v="392" actId="165"/>
          <ac:grpSpMkLst>
            <pc:docMk/>
            <pc:sldMk cId="1308246233" sldId="260"/>
            <ac:grpSpMk id="64" creationId="{73A8E982-1C67-0A44-3A6F-69F4DB0EA08E}"/>
          </ac:grpSpMkLst>
        </pc:grpChg>
        <pc:grpChg chg="add mod">
          <ac:chgData name="EL GHRABLI Sana" userId="3e9a2d17-abe5-4a35-a694-d25ee74e3082" providerId="ADAL" clId="{329867B5-5928-5B57-B414-9AAD73D5211C}" dt="2026-02-12T12:28:08.403" v="1245" actId="1035"/>
          <ac:grpSpMkLst>
            <pc:docMk/>
            <pc:sldMk cId="1308246233" sldId="260"/>
            <ac:grpSpMk id="69" creationId="{30D1F29F-EB30-391F-CF0D-B2845F8D7C42}"/>
          </ac:grpSpMkLst>
        </pc:grpChg>
        <pc:grpChg chg="add mod">
          <ac:chgData name="EL GHRABLI Sana" userId="3e9a2d17-abe5-4a35-a694-d25ee74e3082" providerId="ADAL" clId="{329867B5-5928-5B57-B414-9AAD73D5211C}" dt="2026-02-12T11:43:17.452" v="483" actId="167"/>
          <ac:grpSpMkLst>
            <pc:docMk/>
            <pc:sldMk cId="1308246233" sldId="260"/>
            <ac:grpSpMk id="75" creationId="{8D0D8BBD-41FB-1257-94A0-B21441760FFF}"/>
          </ac:grpSpMkLst>
        </pc:grpChg>
        <pc:grpChg chg="add mod">
          <ac:chgData name="EL GHRABLI Sana" userId="3e9a2d17-abe5-4a35-a694-d25ee74e3082" providerId="ADAL" clId="{329867B5-5928-5B57-B414-9AAD73D5211C}" dt="2026-02-12T12:01:51.738" v="629" actId="1076"/>
          <ac:grpSpMkLst>
            <pc:docMk/>
            <pc:sldMk cId="1308246233" sldId="260"/>
            <ac:grpSpMk id="76" creationId="{E519CDCD-3D65-EC9E-D0F4-8B8574E4FEE8}"/>
          </ac:grpSpMkLst>
        </pc:grpChg>
        <pc:grpChg chg="add mod">
          <ac:chgData name="EL GHRABLI Sana" userId="3e9a2d17-abe5-4a35-a694-d25ee74e3082" providerId="ADAL" clId="{329867B5-5928-5B57-B414-9AAD73D5211C}" dt="2026-02-12T11:44:37.084" v="549" actId="1076"/>
          <ac:grpSpMkLst>
            <pc:docMk/>
            <pc:sldMk cId="1308246233" sldId="260"/>
            <ac:grpSpMk id="79" creationId="{50CD9A09-CD69-3CCC-B3F7-63B86E50AB66}"/>
          </ac:grpSpMkLst>
        </pc:grpChg>
        <pc:grpChg chg="add mod">
          <ac:chgData name="EL GHRABLI Sana" userId="3e9a2d17-abe5-4a35-a694-d25ee74e3082" providerId="ADAL" clId="{329867B5-5928-5B57-B414-9AAD73D5211C}" dt="2026-02-12T11:44:40.786" v="551" actId="1076"/>
          <ac:grpSpMkLst>
            <pc:docMk/>
            <pc:sldMk cId="1308246233" sldId="260"/>
            <ac:grpSpMk id="82" creationId="{82542ECF-BF7E-87AD-F520-8869CDE63A5A}"/>
          </ac:grpSpMkLst>
        </pc:grpChg>
        <pc:grpChg chg="add mod">
          <ac:chgData name="EL GHRABLI Sana" userId="3e9a2d17-abe5-4a35-a694-d25ee74e3082" providerId="ADAL" clId="{329867B5-5928-5B57-B414-9AAD73D5211C}" dt="2026-02-12T12:02:42.868" v="670" actId="1038"/>
          <ac:grpSpMkLst>
            <pc:docMk/>
            <pc:sldMk cId="1308246233" sldId="260"/>
            <ac:grpSpMk id="85" creationId="{CAEBD677-47C7-BBE6-B26D-89799B3F4FB9}"/>
          </ac:grpSpMkLst>
        </pc:grpChg>
      </pc:sldChg>
      <pc:sldChg chg="del">
        <pc:chgData name="EL GHRABLI Sana" userId="3e9a2d17-abe5-4a35-a694-d25ee74e3082" providerId="ADAL" clId="{329867B5-5928-5B57-B414-9AAD73D5211C}" dt="2026-02-12T12:41:14.697" v="1306" actId="2696"/>
        <pc:sldMkLst>
          <pc:docMk/>
          <pc:sldMk cId="3093653760" sldId="262"/>
        </pc:sldMkLst>
      </pc:sldChg>
      <pc:sldChg chg="addSp delSp modSp mod modNotesTx">
        <pc:chgData name="EL GHRABLI Sana" userId="3e9a2d17-abe5-4a35-a694-d25ee74e3082" providerId="ADAL" clId="{329867B5-5928-5B57-B414-9AAD73D5211C}" dt="2026-02-13T09:19:02.822" v="2983" actId="12788"/>
        <pc:sldMkLst>
          <pc:docMk/>
          <pc:sldMk cId="643380930" sldId="266"/>
        </pc:sldMkLst>
        <pc:spChg chg="mod">
          <ac:chgData name="EL GHRABLI Sana" userId="3e9a2d17-abe5-4a35-a694-d25ee74e3082" providerId="ADAL" clId="{329867B5-5928-5B57-B414-9AAD73D5211C}" dt="2026-02-12T19:47:14.148" v="2900" actId="1035"/>
          <ac:spMkLst>
            <pc:docMk/>
            <pc:sldMk cId="643380930" sldId="266"/>
            <ac:spMk id="2" creationId="{3904E870-1EC7-DDFD-1A3C-119964CB4895}"/>
          </ac:spMkLst>
        </pc:spChg>
        <pc:spChg chg="add del mod">
          <ac:chgData name="EL GHRABLI Sana" userId="3e9a2d17-abe5-4a35-a694-d25ee74e3082" providerId="ADAL" clId="{329867B5-5928-5B57-B414-9AAD73D5211C}" dt="2026-02-12T19:30:45.484" v="2699" actId="478"/>
          <ac:spMkLst>
            <pc:docMk/>
            <pc:sldMk cId="643380930" sldId="266"/>
            <ac:spMk id="3" creationId="{19AF3AC3-38A0-9F64-91E8-79773A0B9FC6}"/>
          </ac:spMkLst>
        </pc:spChg>
        <pc:spChg chg="mod">
          <ac:chgData name="EL GHRABLI Sana" userId="3e9a2d17-abe5-4a35-a694-d25ee74e3082" providerId="ADAL" clId="{329867B5-5928-5B57-B414-9AAD73D5211C}" dt="2026-02-12T19:49:59.967" v="2932" actId="2711"/>
          <ac:spMkLst>
            <pc:docMk/>
            <pc:sldMk cId="643380930" sldId="266"/>
            <ac:spMk id="4" creationId="{B770CDF6-8850-8DFA-1ADD-76AC05819EAE}"/>
          </ac:spMkLst>
        </pc:spChg>
        <pc:spChg chg="add del mod">
          <ac:chgData name="EL GHRABLI Sana" userId="3e9a2d17-abe5-4a35-a694-d25ee74e3082" providerId="ADAL" clId="{329867B5-5928-5B57-B414-9AAD73D5211C}" dt="2026-02-12T19:50:27.970" v="2938"/>
          <ac:spMkLst>
            <pc:docMk/>
            <pc:sldMk cId="643380930" sldId="266"/>
            <ac:spMk id="5" creationId="{4924D9EC-869E-FAC8-B1F1-20E5EDCF1109}"/>
          </ac:spMkLst>
        </pc:spChg>
        <pc:spChg chg="mod">
          <ac:chgData name="EL GHRABLI Sana" userId="3e9a2d17-abe5-4a35-a694-d25ee74e3082" providerId="ADAL" clId="{329867B5-5928-5B57-B414-9AAD73D5211C}" dt="2026-02-12T19:49:36.970" v="2930" actId="2711"/>
          <ac:spMkLst>
            <pc:docMk/>
            <pc:sldMk cId="643380930" sldId="266"/>
            <ac:spMk id="58" creationId="{B05B91C0-CBD8-F6E4-60DE-7C6C2E78DAA3}"/>
          </ac:spMkLst>
        </pc:spChg>
        <pc:spChg chg="mod">
          <ac:chgData name="EL GHRABLI Sana" userId="3e9a2d17-abe5-4a35-a694-d25ee74e3082" providerId="ADAL" clId="{329867B5-5928-5B57-B414-9AAD73D5211C}" dt="2026-02-12T19:49:36.970" v="2930" actId="2711"/>
          <ac:spMkLst>
            <pc:docMk/>
            <pc:sldMk cId="643380930" sldId="266"/>
            <ac:spMk id="59" creationId="{B30950A7-A0BB-F161-67AB-97F2BE9E2F12}"/>
          </ac:spMkLst>
        </pc:spChg>
        <pc:spChg chg="mod">
          <ac:chgData name="EL GHRABLI Sana" userId="3e9a2d17-abe5-4a35-a694-d25ee74e3082" providerId="ADAL" clId="{329867B5-5928-5B57-B414-9AAD73D5211C}" dt="2026-02-12T19:49:36.970" v="2930" actId="2711"/>
          <ac:spMkLst>
            <pc:docMk/>
            <pc:sldMk cId="643380930" sldId="266"/>
            <ac:spMk id="60" creationId="{3D5947EF-A406-8D0D-23C1-8136605DC18D}"/>
          </ac:spMkLst>
        </pc:spChg>
        <pc:spChg chg="mod">
          <ac:chgData name="EL GHRABLI Sana" userId="3e9a2d17-abe5-4a35-a694-d25ee74e3082" providerId="ADAL" clId="{329867B5-5928-5B57-B414-9AAD73D5211C}" dt="2026-02-12T19:49:36.970" v="2930" actId="2711"/>
          <ac:spMkLst>
            <pc:docMk/>
            <pc:sldMk cId="643380930" sldId="266"/>
            <ac:spMk id="61" creationId="{6F211BCC-1149-8795-568C-5007780AE048}"/>
          </ac:spMkLst>
        </pc:spChg>
        <pc:spChg chg="mod">
          <ac:chgData name="EL GHRABLI Sana" userId="3e9a2d17-abe5-4a35-a694-d25ee74e3082" providerId="ADAL" clId="{329867B5-5928-5B57-B414-9AAD73D5211C}" dt="2026-02-12T14:54:09.377" v="2128" actId="403"/>
          <ac:spMkLst>
            <pc:docMk/>
            <pc:sldMk cId="643380930" sldId="266"/>
            <ac:spMk id="63" creationId="{8D3135BF-76CE-B2AE-4653-1C1C70B45EE6}"/>
          </ac:spMkLst>
        </pc:spChg>
        <pc:spChg chg="mod">
          <ac:chgData name="EL GHRABLI Sana" userId="3e9a2d17-abe5-4a35-a694-d25ee74e3082" providerId="ADAL" clId="{329867B5-5928-5B57-B414-9AAD73D5211C}" dt="2026-02-12T14:54:13.858" v="2129" actId="403"/>
          <ac:spMkLst>
            <pc:docMk/>
            <pc:sldMk cId="643380930" sldId="266"/>
            <ac:spMk id="73" creationId="{82D09A2A-4ADF-E8B9-4273-6F4AD6C4A4AA}"/>
          </ac:spMkLst>
        </pc:spChg>
        <pc:spChg chg="mod">
          <ac:chgData name="EL GHRABLI Sana" userId="3e9a2d17-abe5-4a35-a694-d25ee74e3082" providerId="ADAL" clId="{329867B5-5928-5B57-B414-9AAD73D5211C}" dt="2026-02-12T14:54:16.842" v="2130" actId="403"/>
          <ac:spMkLst>
            <pc:docMk/>
            <pc:sldMk cId="643380930" sldId="266"/>
            <ac:spMk id="76" creationId="{B9CBD7CD-EBF2-8EE9-F959-95B0828319DB}"/>
          </ac:spMkLst>
        </pc:spChg>
        <pc:spChg chg="mod">
          <ac:chgData name="EL GHRABLI Sana" userId="3e9a2d17-abe5-4a35-a694-d25ee74e3082" providerId="ADAL" clId="{329867B5-5928-5B57-B414-9AAD73D5211C}" dt="2026-02-12T14:54:19.743" v="2131" actId="403"/>
          <ac:spMkLst>
            <pc:docMk/>
            <pc:sldMk cId="643380930" sldId="266"/>
            <ac:spMk id="79" creationId="{C96947B9-1629-F09B-E421-90AD73B5E032}"/>
          </ac:spMkLst>
        </pc:spChg>
        <pc:spChg chg="mod">
          <ac:chgData name="EL GHRABLI Sana" userId="3e9a2d17-abe5-4a35-a694-d25ee74e3082" providerId="ADAL" clId="{329867B5-5928-5B57-B414-9AAD73D5211C}" dt="2026-02-12T19:50:13.023" v="2935" actId="403"/>
          <ac:spMkLst>
            <pc:docMk/>
            <pc:sldMk cId="643380930" sldId="266"/>
            <ac:spMk id="81" creationId="{EA12F6EC-4825-E066-052A-C6339B04F104}"/>
          </ac:spMkLst>
        </pc:spChg>
        <pc:spChg chg="mod">
          <ac:chgData name="EL GHRABLI Sana" userId="3e9a2d17-abe5-4a35-a694-d25ee74e3082" providerId="ADAL" clId="{329867B5-5928-5B57-B414-9AAD73D5211C}" dt="2026-02-12T19:50:13.023" v="2935" actId="403"/>
          <ac:spMkLst>
            <pc:docMk/>
            <pc:sldMk cId="643380930" sldId="266"/>
            <ac:spMk id="82" creationId="{7C3A99DD-9523-5BA7-09A3-C36EE3B72568}"/>
          </ac:spMkLst>
        </pc:spChg>
        <pc:spChg chg="mod">
          <ac:chgData name="EL GHRABLI Sana" userId="3e9a2d17-abe5-4a35-a694-d25ee74e3082" providerId="ADAL" clId="{329867B5-5928-5B57-B414-9AAD73D5211C}" dt="2026-02-12T19:50:13.023" v="2935" actId="403"/>
          <ac:spMkLst>
            <pc:docMk/>
            <pc:sldMk cId="643380930" sldId="266"/>
            <ac:spMk id="83" creationId="{81B3A294-F49B-74A7-E086-1C1066EDE7C5}"/>
          </ac:spMkLst>
        </pc:spChg>
        <pc:spChg chg="mod">
          <ac:chgData name="EL GHRABLI Sana" userId="3e9a2d17-abe5-4a35-a694-d25ee74e3082" providerId="ADAL" clId="{329867B5-5928-5B57-B414-9AAD73D5211C}" dt="2026-02-12T19:50:13.023" v="2935" actId="403"/>
          <ac:spMkLst>
            <pc:docMk/>
            <pc:sldMk cId="643380930" sldId="266"/>
            <ac:spMk id="84" creationId="{13333107-BCE9-6D12-7726-D141A149538E}"/>
          </ac:spMkLst>
        </pc:spChg>
        <pc:spChg chg="mod">
          <ac:chgData name="EL GHRABLI Sana" userId="3e9a2d17-abe5-4a35-a694-d25ee74e3082" providerId="ADAL" clId="{329867B5-5928-5B57-B414-9AAD73D5211C}" dt="2026-02-12T19:50:25.122" v="2936" actId="555"/>
          <ac:spMkLst>
            <pc:docMk/>
            <pc:sldMk cId="643380930" sldId="266"/>
            <ac:spMk id="97" creationId="{25739474-033E-BEF8-A1DB-9A4A48CB723B}"/>
          </ac:spMkLst>
        </pc:spChg>
        <pc:spChg chg="mod">
          <ac:chgData name="EL GHRABLI Sana" userId="3e9a2d17-abe5-4a35-a694-d25ee74e3082" providerId="ADAL" clId="{329867B5-5928-5B57-B414-9AAD73D5211C}" dt="2026-02-12T19:50:25.122" v="2936" actId="555"/>
          <ac:spMkLst>
            <pc:docMk/>
            <pc:sldMk cId="643380930" sldId="266"/>
            <ac:spMk id="98" creationId="{FDF6B20B-FC51-F676-718A-F397A8ADE182}"/>
          </ac:spMkLst>
        </pc:spChg>
        <pc:spChg chg="mod">
          <ac:chgData name="EL GHRABLI Sana" userId="3e9a2d17-abe5-4a35-a694-d25ee74e3082" providerId="ADAL" clId="{329867B5-5928-5B57-B414-9AAD73D5211C}" dt="2026-02-12T19:50:25.122" v="2936" actId="555"/>
          <ac:spMkLst>
            <pc:docMk/>
            <pc:sldMk cId="643380930" sldId="266"/>
            <ac:spMk id="99" creationId="{1AAB862F-1BEC-BFAF-B68E-BDFE6BE7EA74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00" creationId="{EAEF88D3-8A02-F323-F6C6-12C7463A1885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01" creationId="{25CDAFA4-A589-D21C-FF68-65A61F2C8E81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02" creationId="{4F1A3AD1-22B6-736C-05EB-E6ABC7F614F3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03" creationId="{FA7FCF11-C8A5-4481-4166-B3974044DFE9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05" creationId="{5AD0B1A1-684A-6632-2363-28E318F002AE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07" creationId="{85251921-BBC1-48B4-3EDE-4C5D4E4A71E1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08" creationId="{6AF70F25-08BA-A749-CFAD-D2B839CEDB2D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09" creationId="{BD5A889F-9CAE-0FCC-DACE-B81BB0303D23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10" creationId="{BEE0AF6C-6422-DC06-5D20-A47A53E21C49}"/>
          </ac:spMkLst>
        </pc:spChg>
        <pc:spChg chg="mod">
          <ac:chgData name="EL GHRABLI Sana" userId="3e9a2d17-abe5-4a35-a694-d25ee74e3082" providerId="ADAL" clId="{329867B5-5928-5B57-B414-9AAD73D5211C}" dt="2026-02-13T09:18:56.798" v="2982" actId="164"/>
          <ac:spMkLst>
            <pc:docMk/>
            <pc:sldMk cId="643380930" sldId="266"/>
            <ac:spMk id="116" creationId="{715D58B8-6D54-1E72-C270-773ECECDAE8B}"/>
          </ac:spMkLst>
        </pc:spChg>
        <pc:spChg chg="mod">
          <ac:chgData name="EL GHRABLI Sana" userId="3e9a2d17-abe5-4a35-a694-d25ee74e3082" providerId="ADAL" clId="{329867B5-5928-5B57-B414-9AAD73D5211C}" dt="2026-02-12T19:49:52.042" v="2931" actId="2711"/>
          <ac:spMkLst>
            <pc:docMk/>
            <pc:sldMk cId="643380930" sldId="266"/>
            <ac:spMk id="119" creationId="{2B148542-8477-2FB0-B239-00E0EB943A34}"/>
          </ac:spMkLst>
        </pc:spChg>
        <pc:spChg chg="mod">
          <ac:chgData name="EL GHRABLI Sana" userId="3e9a2d17-abe5-4a35-a694-d25ee74e3082" providerId="ADAL" clId="{329867B5-5928-5B57-B414-9AAD73D5211C}" dt="2026-02-12T19:49:52.042" v="2931" actId="2711"/>
          <ac:spMkLst>
            <pc:docMk/>
            <pc:sldMk cId="643380930" sldId="266"/>
            <ac:spMk id="123" creationId="{ED402501-64A8-E356-0B3E-CF203ABD791F}"/>
          </ac:spMkLst>
        </pc:spChg>
        <pc:grpChg chg="mod">
          <ac:chgData name="EL GHRABLI Sana" userId="3e9a2d17-abe5-4a35-a694-d25ee74e3082" providerId="ADAL" clId="{329867B5-5928-5B57-B414-9AAD73D5211C}" dt="2026-02-13T09:19:02.822" v="2983" actId="12788"/>
          <ac:grpSpMkLst>
            <pc:docMk/>
            <pc:sldMk cId="643380930" sldId="266"/>
            <ac:grpSpMk id="3" creationId="{AF9BE3DA-6BCC-F210-7CFB-13944C76B6F1}"/>
          </ac:grpSpMkLst>
        </pc:grpChg>
        <pc:grpChg chg="mod">
          <ac:chgData name="EL GHRABLI Sana" userId="3e9a2d17-abe5-4a35-a694-d25ee74e3082" providerId="ADAL" clId="{329867B5-5928-5B57-B414-9AAD73D5211C}" dt="2026-02-12T11:33:23.601" v="301" actId="1038"/>
          <ac:grpSpMkLst>
            <pc:docMk/>
            <pc:sldMk cId="643380930" sldId="266"/>
            <ac:grpSpMk id="62" creationId="{47EAACD5-0958-FF28-29C9-E5CDC26FEA20}"/>
          </ac:grpSpMkLst>
        </pc:grpChg>
      </pc:sldChg>
      <pc:sldChg chg="addSp delSp modSp del mod">
        <pc:chgData name="EL GHRABLI Sana" userId="3e9a2d17-abe5-4a35-a694-d25ee74e3082" providerId="ADAL" clId="{329867B5-5928-5B57-B414-9AAD73D5211C}" dt="2026-02-12T14:55:06.925" v="2157" actId="2696"/>
        <pc:sldMkLst>
          <pc:docMk/>
          <pc:sldMk cId="0" sldId="267"/>
        </pc:sldMkLst>
        <pc:spChg chg="add mod">
          <ac:chgData name="EL GHRABLI Sana" userId="3e9a2d17-abe5-4a35-a694-d25ee74e3082" providerId="ADAL" clId="{329867B5-5928-5B57-B414-9AAD73D5211C}" dt="2026-02-12T11:27:59.427" v="181"/>
          <ac:spMkLst>
            <pc:docMk/>
            <pc:sldMk cId="0" sldId="267"/>
            <ac:spMk id="54" creationId="{6C87A36F-03AC-BF09-8C3A-60A170E1174B}"/>
          </ac:spMkLst>
        </pc:spChg>
        <pc:spChg chg="mod topLvl">
          <ac:chgData name="EL GHRABLI Sana" userId="3e9a2d17-abe5-4a35-a694-d25ee74e3082" providerId="ADAL" clId="{329867B5-5928-5B57-B414-9AAD73D5211C}" dt="2026-02-12T12:13:42.656" v="900" actId="165"/>
          <ac:spMkLst>
            <pc:docMk/>
            <pc:sldMk cId="0" sldId="267"/>
            <ac:spMk id="60" creationId="{00000000-0000-0000-0000-000000000000}"/>
          </ac:spMkLst>
        </pc:spChg>
        <pc:spChg chg="mod topLvl">
          <ac:chgData name="EL GHRABLI Sana" userId="3e9a2d17-abe5-4a35-a694-d25ee74e3082" providerId="ADAL" clId="{329867B5-5928-5B57-B414-9AAD73D5211C}" dt="2026-02-12T12:13:42.656" v="900" actId="165"/>
          <ac:spMkLst>
            <pc:docMk/>
            <pc:sldMk cId="0" sldId="267"/>
            <ac:spMk id="61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2:13:49.325" v="904" actId="207"/>
          <ac:spMkLst>
            <pc:docMk/>
            <pc:sldMk cId="0" sldId="267"/>
            <ac:spMk id="79" creationId="{00000000-0000-0000-0000-000000000000}"/>
          </ac:spMkLst>
        </pc:spChg>
        <pc:spChg chg="mod">
          <ac:chgData name="EL GHRABLI Sana" userId="3e9a2d17-abe5-4a35-a694-d25ee74e3082" providerId="ADAL" clId="{329867B5-5928-5B57-B414-9AAD73D5211C}" dt="2026-02-12T12:11:16.596" v="869" actId="20577"/>
          <ac:spMkLst>
            <pc:docMk/>
            <pc:sldMk cId="0" sldId="267"/>
            <ac:spMk id="81" creationId="{00000000-0000-0000-0000-000000000000}"/>
          </ac:spMkLst>
        </pc:spChg>
        <pc:grpChg chg="del mod">
          <ac:chgData name="EL GHRABLI Sana" userId="3e9a2d17-abe5-4a35-a694-d25ee74e3082" providerId="ADAL" clId="{329867B5-5928-5B57-B414-9AAD73D5211C}" dt="2026-02-12T12:13:42.656" v="900" actId="165"/>
          <ac:grpSpMkLst>
            <pc:docMk/>
            <pc:sldMk cId="0" sldId="267"/>
            <ac:grpSpMk id="59" creationId="{00000000-0000-0000-0000-000000000000}"/>
          </ac:grpSpMkLst>
        </pc:grpChg>
        <pc:grpChg chg="mod">
          <ac:chgData name="EL GHRABLI Sana" userId="3e9a2d17-abe5-4a35-a694-d25ee74e3082" providerId="ADAL" clId="{329867B5-5928-5B57-B414-9AAD73D5211C}" dt="2026-02-12T12:16:08.032" v="1034" actId="1076"/>
          <ac:grpSpMkLst>
            <pc:docMk/>
            <pc:sldMk cId="0" sldId="267"/>
            <ac:grpSpMk id="62" creationId="{00000000-0000-0000-0000-000000000000}"/>
          </ac:grpSpMkLst>
        </pc:grpChg>
      </pc:sldChg>
      <pc:sldChg chg="addSp delSp modSp mod modNotesTx">
        <pc:chgData name="EL GHRABLI Sana" userId="3e9a2d17-abe5-4a35-a694-d25ee74e3082" providerId="ADAL" clId="{329867B5-5928-5B57-B414-9AAD73D5211C}" dt="2026-02-12T19:45:47.884" v="2855" actId="14100"/>
        <pc:sldMkLst>
          <pc:docMk/>
          <pc:sldMk cId="3667817162" sldId="268"/>
        </pc:sldMkLst>
        <pc:spChg chg="mod">
          <ac:chgData name="EL GHRABLI Sana" userId="3e9a2d17-abe5-4a35-a694-d25ee74e3082" providerId="ADAL" clId="{329867B5-5928-5B57-B414-9AAD73D5211C}" dt="2026-02-12T19:45:47.884" v="2855" actId="14100"/>
          <ac:spMkLst>
            <pc:docMk/>
            <pc:sldMk cId="3667817162" sldId="268"/>
            <ac:spMk id="2" creationId="{72A039C1-FC96-E3FF-ADBD-7222C28B75D2}"/>
          </ac:spMkLst>
        </pc:spChg>
        <pc:spChg chg="mod">
          <ac:chgData name="EL GHRABLI Sana" userId="3e9a2d17-abe5-4a35-a694-d25ee74e3082" providerId="ADAL" clId="{329867B5-5928-5B57-B414-9AAD73D5211C}" dt="2026-02-12T11:57:17.734" v="563" actId="20577"/>
          <ac:spMkLst>
            <pc:docMk/>
            <pc:sldMk cId="3667817162" sldId="268"/>
            <ac:spMk id="14" creationId="{EC9C40B9-4E96-9A82-8127-CE4999E44F67}"/>
          </ac:spMkLst>
        </pc:spChg>
        <pc:spChg chg="mod">
          <ac:chgData name="EL GHRABLI Sana" userId="3e9a2d17-abe5-4a35-a694-d25ee74e3082" providerId="ADAL" clId="{329867B5-5928-5B57-B414-9AAD73D5211C}" dt="2026-02-12T11:57:22.075" v="564" actId="14100"/>
          <ac:spMkLst>
            <pc:docMk/>
            <pc:sldMk cId="3667817162" sldId="268"/>
            <ac:spMk id="15" creationId="{E62D01AE-5C03-D705-D9CF-6821B27ACEE6}"/>
          </ac:spMkLst>
        </pc:spChg>
        <pc:spChg chg="mod">
          <ac:chgData name="EL GHRABLI Sana" userId="3e9a2d17-abe5-4a35-a694-d25ee74e3082" providerId="ADAL" clId="{329867B5-5928-5B57-B414-9AAD73D5211C}" dt="2026-02-12T14:55:46.409" v="2173" actId="20577"/>
          <ac:spMkLst>
            <pc:docMk/>
            <pc:sldMk cId="3667817162" sldId="268"/>
            <ac:spMk id="16" creationId="{CEC1DC2F-5CF5-4CC7-DC3E-F8DC1BC5490A}"/>
          </ac:spMkLst>
        </pc:spChg>
        <pc:spChg chg="mod">
          <ac:chgData name="EL GHRABLI Sana" userId="3e9a2d17-abe5-4a35-a694-d25ee74e3082" providerId="ADAL" clId="{329867B5-5928-5B57-B414-9AAD73D5211C}" dt="2026-02-12T11:59:45.556" v="591" actId="207"/>
          <ac:spMkLst>
            <pc:docMk/>
            <pc:sldMk cId="3667817162" sldId="268"/>
            <ac:spMk id="21" creationId="{3865F64D-A679-D350-951E-87FEC4A72A7C}"/>
          </ac:spMkLst>
        </pc:spChg>
        <pc:spChg chg="del mod">
          <ac:chgData name="EL GHRABLI Sana" userId="3e9a2d17-abe5-4a35-a694-d25ee74e3082" providerId="ADAL" clId="{329867B5-5928-5B57-B414-9AAD73D5211C}" dt="2026-02-12T19:23:51.257" v="2503" actId="478"/>
          <ac:spMkLst>
            <pc:docMk/>
            <pc:sldMk cId="3667817162" sldId="268"/>
            <ac:spMk id="22" creationId="{F102CA54-A3CD-4C8E-4618-A1C39616E83F}"/>
          </ac:spMkLst>
        </pc:spChg>
        <pc:picChg chg="mod">
          <ac:chgData name="EL GHRABLI Sana" userId="3e9a2d17-abe5-4a35-a694-d25ee74e3082" providerId="ADAL" clId="{329867B5-5928-5B57-B414-9AAD73D5211C}" dt="2026-02-12T11:59:57.926" v="593" actId="1582"/>
          <ac:picMkLst>
            <pc:docMk/>
            <pc:sldMk cId="3667817162" sldId="268"/>
            <ac:picMk id="3" creationId="{03EF43E9-01E2-8495-47BC-5DEE4033EC68}"/>
          </ac:picMkLst>
        </pc:picChg>
        <pc:picChg chg="mod">
          <ac:chgData name="EL GHRABLI Sana" userId="3e9a2d17-abe5-4a35-a694-d25ee74e3082" providerId="ADAL" clId="{329867B5-5928-5B57-B414-9AAD73D5211C}" dt="2026-02-12T11:59:57.926" v="593" actId="1582"/>
          <ac:picMkLst>
            <pc:docMk/>
            <pc:sldMk cId="3667817162" sldId="268"/>
            <ac:picMk id="4" creationId="{3DF4A49D-3B94-5B3C-F44C-AA085C9D37F7}"/>
          </ac:picMkLst>
        </pc:picChg>
        <pc:picChg chg="add">
          <ac:chgData name="EL GHRABLI Sana" userId="3e9a2d17-abe5-4a35-a694-d25ee74e3082" providerId="ADAL" clId="{329867B5-5928-5B57-B414-9AAD73D5211C}" dt="2026-02-12T11:26:10.255" v="95"/>
          <ac:picMkLst>
            <pc:docMk/>
            <pc:sldMk cId="3667817162" sldId="268"/>
            <ac:picMk id="5" creationId="{AFA0CB8A-CDE2-369F-627D-EEC87916E915}"/>
          </ac:picMkLst>
        </pc:picChg>
      </pc:sldChg>
      <pc:sldChg chg="addSp delSp modSp mod">
        <pc:chgData name="EL GHRABLI Sana" userId="3e9a2d17-abe5-4a35-a694-d25ee74e3082" providerId="ADAL" clId="{329867B5-5928-5B57-B414-9AAD73D5211C}" dt="2026-02-12T19:45:35.816" v="2846" actId="1035"/>
        <pc:sldMkLst>
          <pc:docMk/>
          <pc:sldMk cId="1949018917" sldId="269"/>
        </pc:sldMkLst>
        <pc:spChg chg="mod">
          <ac:chgData name="EL GHRABLI Sana" userId="3e9a2d17-abe5-4a35-a694-d25ee74e3082" providerId="ADAL" clId="{329867B5-5928-5B57-B414-9AAD73D5211C}" dt="2026-02-12T19:45:35.816" v="2846" actId="1035"/>
          <ac:spMkLst>
            <pc:docMk/>
            <pc:sldMk cId="1949018917" sldId="269"/>
            <ac:spMk id="2" creationId="{7F9B1227-CA2E-8C84-2F3E-FF684E2C05C6}"/>
          </ac:spMkLst>
        </pc:spChg>
        <pc:spChg chg="add del mod">
          <ac:chgData name="EL GHRABLI Sana" userId="3e9a2d17-abe5-4a35-a694-d25ee74e3082" providerId="ADAL" clId="{329867B5-5928-5B57-B414-9AAD73D5211C}" dt="2026-02-12T19:23:42.488" v="2497" actId="478"/>
          <ac:spMkLst>
            <pc:docMk/>
            <pc:sldMk cId="1949018917" sldId="269"/>
            <ac:spMk id="4" creationId="{C3184E97-DE1F-16EE-6E14-04A594502EEB}"/>
          </ac:spMkLst>
        </pc:spChg>
        <pc:spChg chg="del">
          <ac:chgData name="EL GHRABLI Sana" userId="3e9a2d17-abe5-4a35-a694-d25ee74e3082" providerId="ADAL" clId="{329867B5-5928-5B57-B414-9AAD73D5211C}" dt="2026-02-12T12:22:44.499" v="1122" actId="21"/>
          <ac:spMkLst>
            <pc:docMk/>
            <pc:sldMk cId="1949018917" sldId="269"/>
            <ac:spMk id="13" creationId="{D447F095-1B34-9D38-6E8A-5167E76B4293}"/>
          </ac:spMkLst>
        </pc:spChg>
      </pc:sldChg>
      <pc:sldChg chg="delSp modSp mod modNotesTx">
        <pc:chgData name="EL GHRABLI Sana" userId="3e9a2d17-abe5-4a35-a694-d25ee74e3082" providerId="ADAL" clId="{329867B5-5928-5B57-B414-9AAD73D5211C}" dt="2026-02-12T19:47:21.896" v="2907" actId="1036"/>
        <pc:sldMkLst>
          <pc:docMk/>
          <pc:sldMk cId="4046066040" sldId="272"/>
        </pc:sldMkLst>
        <pc:spChg chg="mod">
          <ac:chgData name="EL GHRABLI Sana" userId="3e9a2d17-abe5-4a35-a694-d25ee74e3082" providerId="ADAL" clId="{329867B5-5928-5B57-B414-9AAD73D5211C}" dt="2026-02-12T19:47:21.896" v="2907" actId="1036"/>
          <ac:spMkLst>
            <pc:docMk/>
            <pc:sldMk cId="4046066040" sldId="272"/>
            <ac:spMk id="2" creationId="{EACE13E5-D784-2497-7188-9613DF389DDC}"/>
          </ac:spMkLst>
        </pc:spChg>
        <pc:spChg chg="del mod">
          <ac:chgData name="EL GHRABLI Sana" userId="3e9a2d17-abe5-4a35-a694-d25ee74e3082" providerId="ADAL" clId="{329867B5-5928-5B57-B414-9AAD73D5211C}" dt="2026-02-12T19:31:08.330" v="2716" actId="478"/>
          <ac:spMkLst>
            <pc:docMk/>
            <pc:sldMk cId="4046066040" sldId="272"/>
            <ac:spMk id="4" creationId="{D11D9994-8B5B-7AEB-AF4C-588D317547E6}"/>
          </ac:spMkLst>
        </pc:spChg>
        <pc:spChg chg="mod">
          <ac:chgData name="EL GHRABLI Sana" userId="3e9a2d17-abe5-4a35-a694-d25ee74e3082" providerId="ADAL" clId="{329867B5-5928-5B57-B414-9AAD73D5211C}" dt="2026-02-12T11:36:49.544" v="325" actId="2085"/>
          <ac:spMkLst>
            <pc:docMk/>
            <pc:sldMk cId="4046066040" sldId="272"/>
            <ac:spMk id="10" creationId="{653840CE-B2C8-DCFE-A685-BB8F5D00DD9F}"/>
          </ac:spMkLst>
        </pc:spChg>
        <pc:spChg chg="mod">
          <ac:chgData name="EL GHRABLI Sana" userId="3e9a2d17-abe5-4a35-a694-d25ee74e3082" providerId="ADAL" clId="{329867B5-5928-5B57-B414-9AAD73D5211C}" dt="2026-02-12T11:36:49.544" v="325" actId="2085"/>
          <ac:spMkLst>
            <pc:docMk/>
            <pc:sldMk cId="4046066040" sldId="272"/>
            <ac:spMk id="13" creationId="{B21C0FB3-D03F-AED8-50AC-87064758B9A0}"/>
          </ac:spMkLst>
        </pc:spChg>
        <pc:spChg chg="mod">
          <ac:chgData name="EL GHRABLI Sana" userId="3e9a2d17-abe5-4a35-a694-d25ee74e3082" providerId="ADAL" clId="{329867B5-5928-5B57-B414-9AAD73D5211C}" dt="2026-02-12T11:36:49.544" v="325" actId="2085"/>
          <ac:spMkLst>
            <pc:docMk/>
            <pc:sldMk cId="4046066040" sldId="272"/>
            <ac:spMk id="16" creationId="{E6786923-2717-BEEB-23CC-9E3307CF5935}"/>
          </ac:spMkLst>
        </pc:spChg>
        <pc:spChg chg="mod">
          <ac:chgData name="EL GHRABLI Sana" userId="3e9a2d17-abe5-4a35-a694-d25ee74e3082" providerId="ADAL" clId="{329867B5-5928-5B57-B414-9AAD73D5211C}" dt="2026-02-12T11:36:49.544" v="325" actId="2085"/>
          <ac:spMkLst>
            <pc:docMk/>
            <pc:sldMk cId="4046066040" sldId="272"/>
            <ac:spMk id="18" creationId="{0ED30AD6-BF89-0B27-7016-66652C10032F}"/>
          </ac:spMkLst>
        </pc:spChg>
        <pc:spChg chg="mod">
          <ac:chgData name="EL GHRABLI Sana" userId="3e9a2d17-abe5-4a35-a694-d25ee74e3082" providerId="ADAL" clId="{329867B5-5928-5B57-B414-9AAD73D5211C}" dt="2026-02-12T11:36:49.544" v="325" actId="2085"/>
          <ac:spMkLst>
            <pc:docMk/>
            <pc:sldMk cId="4046066040" sldId="272"/>
            <ac:spMk id="20" creationId="{81A00274-F786-50A9-7F15-13540B1469AF}"/>
          </ac:spMkLst>
        </pc:spChg>
      </pc:sldChg>
      <pc:sldChg chg="addSp delSp modSp del mod">
        <pc:chgData name="EL GHRABLI Sana" userId="3e9a2d17-abe5-4a35-a694-d25ee74e3082" providerId="ADAL" clId="{329867B5-5928-5B57-B414-9AAD73D5211C}" dt="2026-02-12T11:31:14.281" v="254" actId="2696"/>
        <pc:sldMkLst>
          <pc:docMk/>
          <pc:sldMk cId="3069003585" sldId="273"/>
        </pc:sldMkLst>
        <pc:spChg chg="add del mod">
          <ac:chgData name="EL GHRABLI Sana" userId="3e9a2d17-abe5-4a35-a694-d25ee74e3082" providerId="ADAL" clId="{329867B5-5928-5B57-B414-9AAD73D5211C}" dt="2026-02-12T11:29:43.016" v="200"/>
          <ac:spMkLst>
            <pc:docMk/>
            <pc:sldMk cId="3069003585" sldId="273"/>
            <ac:spMk id="2" creationId="{9936A2FD-1645-117E-6F2E-ADE5341CB667}"/>
          </ac:spMkLst>
        </pc:spChg>
      </pc:sldChg>
      <pc:sldChg chg="addSp delSp modSp del mod">
        <pc:chgData name="EL GHRABLI Sana" userId="3e9a2d17-abe5-4a35-a694-d25ee74e3082" providerId="ADAL" clId="{329867B5-5928-5B57-B414-9AAD73D5211C}" dt="2026-02-12T13:41:21.264" v="1637" actId="2696"/>
        <pc:sldMkLst>
          <pc:docMk/>
          <pc:sldMk cId="454681633" sldId="274"/>
        </pc:sldMkLst>
        <pc:spChg chg="add del mod">
          <ac:chgData name="EL GHRABLI Sana" userId="3e9a2d17-abe5-4a35-a694-d25ee74e3082" providerId="ADAL" clId="{329867B5-5928-5B57-B414-9AAD73D5211C}" dt="2026-02-12T12:01:09.597" v="623" actId="20577"/>
          <ac:spMkLst>
            <pc:docMk/>
            <pc:sldMk cId="454681633" sldId="274"/>
            <ac:spMk id="2" creationId="{FAD82D3F-D51F-851B-1269-EFBCF7027C34}"/>
          </ac:spMkLst>
        </pc:spChg>
        <pc:spChg chg="add mod">
          <ac:chgData name="EL GHRABLI Sana" userId="3e9a2d17-abe5-4a35-a694-d25ee74e3082" providerId="ADAL" clId="{329867B5-5928-5B57-B414-9AAD73D5211C}" dt="2026-02-12T12:33:24.657" v="1284" actId="1035"/>
          <ac:spMkLst>
            <pc:docMk/>
            <pc:sldMk cId="454681633" sldId="274"/>
            <ac:spMk id="3" creationId="{4146355A-1BB4-4B6C-E609-FEBDAE048A33}"/>
          </ac:spMkLst>
        </pc:spChg>
        <pc:spChg chg="add del mod">
          <ac:chgData name="EL GHRABLI Sana" userId="3e9a2d17-abe5-4a35-a694-d25ee74e3082" providerId="ADAL" clId="{329867B5-5928-5B57-B414-9AAD73D5211C}" dt="2026-02-12T12:23:13.979" v="1135"/>
          <ac:spMkLst>
            <pc:docMk/>
            <pc:sldMk cId="454681633" sldId="274"/>
            <ac:spMk id="4" creationId="{4C49E42A-EDC1-2A15-4703-AC6A3ED2E6F4}"/>
          </ac:spMkLst>
        </pc:spChg>
        <pc:spChg chg="del">
          <ac:chgData name="EL GHRABLI Sana" userId="3e9a2d17-abe5-4a35-a694-d25ee74e3082" providerId="ADAL" clId="{329867B5-5928-5B57-B414-9AAD73D5211C}" dt="2026-02-12T13:31:18.675" v="1437" actId="478"/>
          <ac:spMkLst>
            <pc:docMk/>
            <pc:sldMk cId="454681633" sldId="274"/>
            <ac:spMk id="75" creationId="{AF7B2BDC-9A48-4103-827B-9041363C72E8}"/>
          </ac:spMkLst>
        </pc:spChg>
        <pc:spChg chg="mod">
          <ac:chgData name="EL GHRABLI Sana" userId="3e9a2d17-abe5-4a35-a694-d25ee74e3082" providerId="ADAL" clId="{329867B5-5928-5B57-B414-9AAD73D5211C}" dt="2026-02-12T12:22:39.136" v="1121" actId="14100"/>
          <ac:spMkLst>
            <pc:docMk/>
            <pc:sldMk cId="454681633" sldId="274"/>
            <ac:spMk id="85" creationId="{B2D9F719-0624-A9C5-437C-9CD809A72732}"/>
          </ac:spMkLst>
        </pc:spChg>
        <pc:spChg chg="mod">
          <ac:chgData name="EL GHRABLI Sana" userId="3e9a2d17-abe5-4a35-a694-d25ee74e3082" providerId="ADAL" clId="{329867B5-5928-5B57-B414-9AAD73D5211C}" dt="2026-02-12T13:30:14.911" v="1428" actId="20577"/>
          <ac:spMkLst>
            <pc:docMk/>
            <pc:sldMk cId="454681633" sldId="274"/>
            <ac:spMk id="86" creationId="{D8CF2297-829D-F7BE-D878-7FB62D3B2A3B}"/>
          </ac:spMkLst>
        </pc:spChg>
        <pc:spChg chg="mod">
          <ac:chgData name="EL GHRABLI Sana" userId="3e9a2d17-abe5-4a35-a694-d25ee74e3082" providerId="ADAL" clId="{329867B5-5928-5B57-B414-9AAD73D5211C}" dt="2026-02-12T12:01:06.264" v="622" actId="1036"/>
          <ac:spMkLst>
            <pc:docMk/>
            <pc:sldMk cId="454681633" sldId="274"/>
            <ac:spMk id="95" creationId="{D297AE64-1C20-A28E-C313-0BF373C8B5DF}"/>
          </ac:spMkLst>
        </pc:spChg>
        <pc:picChg chg="mod">
          <ac:chgData name="EL GHRABLI Sana" userId="3e9a2d17-abe5-4a35-a694-d25ee74e3082" providerId="ADAL" clId="{329867B5-5928-5B57-B414-9AAD73D5211C}" dt="2026-02-12T13:33:59.533" v="1481" actId="1076"/>
          <ac:picMkLst>
            <pc:docMk/>
            <pc:sldMk cId="454681633" sldId="274"/>
            <ac:picMk id="72" creationId="{09E87EC2-7D51-FAA4-B537-6C6081418C33}"/>
          </ac:picMkLst>
        </pc:picChg>
        <pc:cxnChg chg="mod">
          <ac:chgData name="EL GHRABLI Sana" userId="3e9a2d17-abe5-4a35-a694-d25ee74e3082" providerId="ADAL" clId="{329867B5-5928-5B57-B414-9AAD73D5211C}" dt="2026-02-12T13:30:36.730" v="1429" actId="208"/>
          <ac:cxnSpMkLst>
            <pc:docMk/>
            <pc:sldMk cId="454681633" sldId="274"/>
            <ac:cxnSpMk id="63" creationId="{F236C3F9-A193-6E79-EC4C-AD20D6CAF052}"/>
          </ac:cxnSpMkLst>
        </pc:cxnChg>
        <pc:cxnChg chg="mod">
          <ac:chgData name="EL GHRABLI Sana" userId="3e9a2d17-abe5-4a35-a694-d25ee74e3082" providerId="ADAL" clId="{329867B5-5928-5B57-B414-9AAD73D5211C}" dt="2026-02-12T13:30:36.730" v="1429" actId="208"/>
          <ac:cxnSpMkLst>
            <pc:docMk/>
            <pc:sldMk cId="454681633" sldId="274"/>
            <ac:cxnSpMk id="67" creationId="{D278D0B8-2199-8E1F-3921-D4F28739ABE9}"/>
          </ac:cxnSpMkLst>
        </pc:cxnChg>
        <pc:cxnChg chg="mod">
          <ac:chgData name="EL GHRABLI Sana" userId="3e9a2d17-abe5-4a35-a694-d25ee74e3082" providerId="ADAL" clId="{329867B5-5928-5B57-B414-9AAD73D5211C}" dt="2026-02-12T13:30:36.730" v="1429" actId="208"/>
          <ac:cxnSpMkLst>
            <pc:docMk/>
            <pc:sldMk cId="454681633" sldId="274"/>
            <ac:cxnSpMk id="68" creationId="{75E1E46A-006E-1F20-EAA9-FD67A1412202}"/>
          </ac:cxnSpMkLst>
        </pc:cxnChg>
        <pc:cxnChg chg="mod">
          <ac:chgData name="EL GHRABLI Sana" userId="3e9a2d17-abe5-4a35-a694-d25ee74e3082" providerId="ADAL" clId="{329867B5-5928-5B57-B414-9AAD73D5211C}" dt="2026-02-12T13:30:36.730" v="1429" actId="208"/>
          <ac:cxnSpMkLst>
            <pc:docMk/>
            <pc:sldMk cId="454681633" sldId="274"/>
            <ac:cxnSpMk id="69" creationId="{4319587F-3199-5109-DE83-E179AA8492DE}"/>
          </ac:cxnSpMkLst>
        </pc:cxnChg>
      </pc:sldChg>
      <pc:sldChg chg="addSp delSp modSp add mod modNotesTx">
        <pc:chgData name="EL GHRABLI Sana" userId="3e9a2d17-abe5-4a35-a694-d25ee74e3082" providerId="ADAL" clId="{329867B5-5928-5B57-B414-9AAD73D5211C}" dt="2026-02-12T19:53:55.068" v="2981" actId="1076"/>
        <pc:sldMkLst>
          <pc:docMk/>
          <pc:sldMk cId="4070764432" sldId="275"/>
        </pc:sldMkLst>
        <pc:spChg chg="mod">
          <ac:chgData name="EL GHRABLI Sana" userId="3e9a2d17-abe5-4a35-a694-d25ee74e3082" providerId="ADAL" clId="{329867B5-5928-5B57-B414-9AAD73D5211C}" dt="2026-02-12T19:47:05.720" v="2895" actId="1035"/>
          <ac:spMkLst>
            <pc:docMk/>
            <pc:sldMk cId="4070764432" sldId="275"/>
            <ac:spMk id="2" creationId="{00A11C2F-65D0-DEA0-5722-7BE7D5C90AF0}"/>
          </ac:spMkLst>
        </pc:spChg>
        <pc:spChg chg="add del mod">
          <ac:chgData name="EL GHRABLI Sana" userId="3e9a2d17-abe5-4a35-a694-d25ee74e3082" providerId="ADAL" clId="{329867B5-5928-5B57-B414-9AAD73D5211C}" dt="2026-02-12T11:28:19.469" v="185" actId="478"/>
          <ac:spMkLst>
            <pc:docMk/>
            <pc:sldMk cId="4070764432" sldId="275"/>
            <ac:spMk id="3" creationId="{812D52BD-BB40-9352-6CB8-595A2F07BC73}"/>
          </ac:spMkLst>
        </pc:spChg>
        <pc:spChg chg="mod">
          <ac:chgData name="EL GHRABLI Sana" userId="3e9a2d17-abe5-4a35-a694-d25ee74e3082" providerId="ADAL" clId="{329867B5-5928-5B57-B414-9AAD73D5211C}" dt="2026-02-12T15:11:02.992" v="2357" actId="1037"/>
          <ac:spMkLst>
            <pc:docMk/>
            <pc:sldMk cId="4070764432" sldId="275"/>
            <ac:spMk id="3" creationId="{ACE54262-1B05-C351-27EB-43C189140AF1}"/>
          </ac:spMkLst>
        </pc:spChg>
        <pc:spChg chg="mod">
          <ac:chgData name="EL GHRABLI Sana" userId="3e9a2d17-abe5-4a35-a694-d25ee74e3082" providerId="ADAL" clId="{329867B5-5928-5B57-B414-9AAD73D5211C}" dt="2026-02-12T15:11:02.992" v="2357" actId="1037"/>
          <ac:spMkLst>
            <pc:docMk/>
            <pc:sldMk cId="4070764432" sldId="275"/>
            <ac:spMk id="4" creationId="{5C557178-4118-2AB4-D92B-07C7E6AC8841}"/>
          </ac:spMkLst>
        </pc:spChg>
        <pc:spChg chg="mod">
          <ac:chgData name="EL GHRABLI Sana" userId="3e9a2d17-abe5-4a35-a694-d25ee74e3082" providerId="ADAL" clId="{329867B5-5928-5B57-B414-9AAD73D5211C}" dt="2026-02-12T11:31:08.894" v="253" actId="2085"/>
          <ac:spMkLst>
            <pc:docMk/>
            <pc:sldMk cId="4070764432" sldId="275"/>
            <ac:spMk id="6" creationId="{AD059F49-2D67-25F7-E015-CD422A0EC491}"/>
          </ac:spMkLst>
        </pc:spChg>
        <pc:spChg chg="mod">
          <ac:chgData name="EL GHRABLI Sana" userId="3e9a2d17-abe5-4a35-a694-d25ee74e3082" providerId="ADAL" clId="{329867B5-5928-5B57-B414-9AAD73D5211C}" dt="2026-02-12T11:31:08.894" v="253" actId="2085"/>
          <ac:spMkLst>
            <pc:docMk/>
            <pc:sldMk cId="4070764432" sldId="275"/>
            <ac:spMk id="7" creationId="{A58C388E-59B0-2989-BF3C-4B166E1F616D}"/>
          </ac:spMkLst>
        </pc:spChg>
        <pc:spChg chg="add mod">
          <ac:chgData name="EL GHRABLI Sana" userId="3e9a2d17-abe5-4a35-a694-d25ee74e3082" providerId="ADAL" clId="{329867B5-5928-5B57-B414-9AAD73D5211C}" dt="2026-02-12T19:52:48.861" v="2940" actId="207"/>
          <ac:spMkLst>
            <pc:docMk/>
            <pc:sldMk cId="4070764432" sldId="275"/>
            <ac:spMk id="8" creationId="{151ACF4D-C2D3-2712-36FF-586C6F4429AF}"/>
          </ac:spMkLst>
        </pc:spChg>
        <pc:spChg chg="add mod">
          <ac:chgData name="EL GHRABLI Sana" userId="3e9a2d17-abe5-4a35-a694-d25ee74e3082" providerId="ADAL" clId="{329867B5-5928-5B57-B414-9AAD73D5211C}" dt="2026-02-12T15:12:47.695" v="2445" actId="403"/>
          <ac:spMkLst>
            <pc:docMk/>
            <pc:sldMk cId="4070764432" sldId="275"/>
            <ac:spMk id="9" creationId="{4AC57109-698A-2B01-2E9F-7DAE2F7FEC4B}"/>
          </ac:spMkLst>
        </pc:spChg>
        <pc:spChg chg="add mod">
          <ac:chgData name="EL GHRABLI Sana" userId="3e9a2d17-abe5-4a35-a694-d25ee74e3082" providerId="ADAL" clId="{329867B5-5928-5B57-B414-9AAD73D5211C}" dt="2026-02-12T19:53:09.757" v="2973" actId="1037"/>
          <ac:spMkLst>
            <pc:docMk/>
            <pc:sldMk cId="4070764432" sldId="275"/>
            <ac:spMk id="11" creationId="{A4E3E912-DB39-3039-A95D-DD2434157C0A}"/>
          </ac:spMkLst>
        </pc:spChg>
        <pc:spChg chg="add mod">
          <ac:chgData name="EL GHRABLI Sana" userId="3e9a2d17-abe5-4a35-a694-d25ee74e3082" providerId="ADAL" clId="{329867B5-5928-5B57-B414-9AAD73D5211C}" dt="2026-02-12T19:53:49.556" v="2980" actId="404"/>
          <ac:spMkLst>
            <pc:docMk/>
            <pc:sldMk cId="4070764432" sldId="275"/>
            <ac:spMk id="12" creationId="{D48C0C98-A250-17C9-1CDA-A2BE751C16E4}"/>
          </ac:spMkLst>
        </pc:spChg>
        <pc:spChg chg="add mod">
          <ac:chgData name="EL GHRABLI Sana" userId="3e9a2d17-abe5-4a35-a694-d25ee74e3082" providerId="ADAL" clId="{329867B5-5928-5B57-B414-9AAD73D5211C}" dt="2026-02-12T15:12:32.527" v="2439" actId="12789"/>
          <ac:spMkLst>
            <pc:docMk/>
            <pc:sldMk cId="4070764432" sldId="275"/>
            <ac:spMk id="13" creationId="{EC1B8784-BFFE-7237-D36C-03F83E4CB6A7}"/>
          </ac:spMkLst>
        </pc:spChg>
        <pc:spChg chg="add mod">
          <ac:chgData name="EL GHRABLI Sana" userId="3e9a2d17-abe5-4a35-a694-d25ee74e3082" providerId="ADAL" clId="{329867B5-5928-5B57-B414-9AAD73D5211C}" dt="2026-02-12T15:12:32.527" v="2439" actId="12789"/>
          <ac:spMkLst>
            <pc:docMk/>
            <pc:sldMk cId="4070764432" sldId="275"/>
            <ac:spMk id="14" creationId="{30F02108-463E-AF40-3D57-C4259526AA56}"/>
          </ac:spMkLst>
        </pc:spChg>
        <pc:spChg chg="add mod">
          <ac:chgData name="EL GHRABLI Sana" userId="3e9a2d17-abe5-4a35-a694-d25ee74e3082" providerId="ADAL" clId="{329867B5-5928-5B57-B414-9AAD73D5211C}" dt="2026-02-12T15:12:32.527" v="2439" actId="12789"/>
          <ac:spMkLst>
            <pc:docMk/>
            <pc:sldMk cId="4070764432" sldId="275"/>
            <ac:spMk id="15" creationId="{4C3C9753-8B50-87CF-8C78-E06279F87AE4}"/>
          </ac:spMkLst>
        </pc:spChg>
        <pc:spChg chg="add mod">
          <ac:chgData name="EL GHRABLI Sana" userId="3e9a2d17-abe5-4a35-a694-d25ee74e3082" providerId="ADAL" clId="{329867B5-5928-5B57-B414-9AAD73D5211C}" dt="2026-02-12T15:12:32.527" v="2439" actId="12789"/>
          <ac:spMkLst>
            <pc:docMk/>
            <pc:sldMk cId="4070764432" sldId="275"/>
            <ac:spMk id="16" creationId="{F6188D2A-52FA-7590-9293-DB00EB698F70}"/>
          </ac:spMkLst>
        </pc:spChg>
        <pc:spChg chg="mod">
          <ac:chgData name="EL GHRABLI Sana" userId="3e9a2d17-abe5-4a35-a694-d25ee74e3082" providerId="ADAL" clId="{329867B5-5928-5B57-B414-9AAD73D5211C}" dt="2026-02-12T15:12:32.527" v="2439" actId="12789"/>
          <ac:spMkLst>
            <pc:docMk/>
            <pc:sldMk cId="4070764432" sldId="275"/>
            <ac:spMk id="17" creationId="{79E1C864-247E-847E-B2E3-4EB24AD8D841}"/>
          </ac:spMkLst>
        </pc:spChg>
        <pc:spChg chg="add del mod">
          <ac:chgData name="EL GHRABLI Sana" userId="3e9a2d17-abe5-4a35-a694-d25ee74e3082" providerId="ADAL" clId="{329867B5-5928-5B57-B414-9AAD73D5211C}" dt="2026-02-12T19:30:28.395" v="2678" actId="478"/>
          <ac:spMkLst>
            <pc:docMk/>
            <pc:sldMk cId="4070764432" sldId="275"/>
            <ac:spMk id="18" creationId="{A87FEBEC-731A-19B6-AF01-767B4287BCA3}"/>
          </ac:spMkLst>
        </pc:spChg>
        <pc:spChg chg="mod">
          <ac:chgData name="EL GHRABLI Sana" userId="3e9a2d17-abe5-4a35-a694-d25ee74e3082" providerId="ADAL" clId="{329867B5-5928-5B57-B414-9AAD73D5211C}" dt="2026-02-12T15:11:02.992" v="2357" actId="1037"/>
          <ac:spMkLst>
            <pc:docMk/>
            <pc:sldMk cId="4070764432" sldId="275"/>
            <ac:spMk id="19" creationId="{9EA4C555-7DDE-BC6E-AADA-0EA85FED60AA}"/>
          </ac:spMkLst>
        </pc:spChg>
        <pc:spChg chg="mod">
          <ac:chgData name="EL GHRABLI Sana" userId="3e9a2d17-abe5-4a35-a694-d25ee74e3082" providerId="ADAL" clId="{329867B5-5928-5B57-B414-9AAD73D5211C}" dt="2026-02-12T15:11:02.992" v="2357" actId="1037"/>
          <ac:spMkLst>
            <pc:docMk/>
            <pc:sldMk cId="4070764432" sldId="275"/>
            <ac:spMk id="23" creationId="{440FBAE1-66C4-32E7-12EB-4CE6B23CC866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60" creationId="{9FB43498-7A5C-04CC-B6F6-9254B0747399}"/>
          </ac:spMkLst>
        </pc:spChg>
        <pc:spChg chg="del">
          <ac:chgData name="EL GHRABLI Sana" userId="3e9a2d17-abe5-4a35-a694-d25ee74e3082" providerId="ADAL" clId="{329867B5-5928-5B57-B414-9AAD73D5211C}" dt="2026-02-12T11:28:21.082" v="186" actId="478"/>
          <ac:spMkLst>
            <pc:docMk/>
            <pc:sldMk cId="4070764432" sldId="275"/>
            <ac:spMk id="61" creationId="{5FD8D3F1-BE89-5555-73EF-A9A341BE9309}"/>
          </ac:spMkLst>
        </pc:spChg>
        <pc:spChg chg="del">
          <ac:chgData name="EL GHRABLI Sana" userId="3e9a2d17-abe5-4a35-a694-d25ee74e3082" providerId="ADAL" clId="{329867B5-5928-5B57-B414-9AAD73D5211C}" dt="2026-02-12T11:28:19.469" v="185" actId="478"/>
          <ac:spMkLst>
            <pc:docMk/>
            <pc:sldMk cId="4070764432" sldId="275"/>
            <ac:spMk id="81" creationId="{953DD92C-F9FF-8723-D009-DDEEDE21C2AD}"/>
          </ac:spMkLst>
        </pc:spChg>
        <pc:spChg chg="del">
          <ac:chgData name="EL GHRABLI Sana" userId="3e9a2d17-abe5-4a35-a694-d25ee74e3082" providerId="ADAL" clId="{329867B5-5928-5B57-B414-9AAD73D5211C}" dt="2026-02-12T11:28:19.469" v="185" actId="478"/>
          <ac:spMkLst>
            <pc:docMk/>
            <pc:sldMk cId="4070764432" sldId="275"/>
            <ac:spMk id="82" creationId="{D0AFA9F9-E7BB-AFA2-9F85-C481CEDED739}"/>
          </ac:spMkLst>
        </pc:spChg>
        <pc:spChg chg="del">
          <ac:chgData name="EL GHRABLI Sana" userId="3e9a2d17-abe5-4a35-a694-d25ee74e3082" providerId="ADAL" clId="{329867B5-5928-5B57-B414-9AAD73D5211C}" dt="2026-02-12T11:28:19.469" v="185" actId="478"/>
          <ac:spMkLst>
            <pc:docMk/>
            <pc:sldMk cId="4070764432" sldId="275"/>
            <ac:spMk id="83" creationId="{3B46C302-860D-7022-60C9-7A4D16006F55}"/>
          </ac:spMkLst>
        </pc:spChg>
        <pc:spChg chg="del">
          <ac:chgData name="EL GHRABLI Sana" userId="3e9a2d17-abe5-4a35-a694-d25ee74e3082" providerId="ADAL" clId="{329867B5-5928-5B57-B414-9AAD73D5211C}" dt="2026-02-12T11:28:19.469" v="185" actId="478"/>
          <ac:spMkLst>
            <pc:docMk/>
            <pc:sldMk cId="4070764432" sldId="275"/>
            <ac:spMk id="84" creationId="{8EFC955E-7E73-343A-096F-12BF525280E1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98" creationId="{4A5730B9-C28B-E351-E6B4-1432A19E75FD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99" creationId="{7FC58BE5-7275-09E8-8E54-EB57D0A9E1C7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102" creationId="{F98391B3-CC04-69A5-E912-B335A6863781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103" creationId="{99FB687C-E4C3-1F89-8E7F-CDD05E79683B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105" creationId="{0D5BB5D0-27BE-1FC9-3B2E-57B6946C7013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107" creationId="{FA1820E2-9720-DA42-A726-2E6F243D444D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109" creationId="{19A9E3E4-E025-94C3-F412-9B270AE9D6DA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110" creationId="{86C45855-9D84-F71A-3A11-6313A5DBF756}"/>
          </ac:spMkLst>
        </pc:spChg>
        <pc:spChg chg="del">
          <ac:chgData name="EL GHRABLI Sana" userId="3e9a2d17-abe5-4a35-a694-d25ee74e3082" providerId="ADAL" clId="{329867B5-5928-5B57-B414-9AAD73D5211C}" dt="2026-02-12T11:28:12.889" v="183" actId="478"/>
          <ac:spMkLst>
            <pc:docMk/>
            <pc:sldMk cId="4070764432" sldId="275"/>
            <ac:spMk id="123" creationId="{1219AD48-E698-D5A6-0F63-90414CCE3BB2}"/>
          </ac:spMkLst>
        </pc:spChg>
        <pc:grpChg chg="mod">
          <ac:chgData name="EL GHRABLI Sana" userId="3e9a2d17-abe5-4a35-a694-d25ee74e3082" providerId="ADAL" clId="{329867B5-5928-5B57-B414-9AAD73D5211C}" dt="2026-02-12T15:11:02.992" v="2357" actId="1037"/>
          <ac:grpSpMkLst>
            <pc:docMk/>
            <pc:sldMk cId="4070764432" sldId="275"/>
            <ac:grpSpMk id="5" creationId="{1A787666-93E3-2473-B412-8280AFC3BA5A}"/>
          </ac:grpSpMkLst>
        </pc:grpChg>
        <pc:picChg chg="mod">
          <ac:chgData name="EL GHRABLI Sana" userId="3e9a2d17-abe5-4a35-a694-d25ee74e3082" providerId="ADAL" clId="{329867B5-5928-5B57-B414-9AAD73D5211C}" dt="2026-02-12T19:53:55.068" v="2981" actId="1076"/>
          <ac:picMkLst>
            <pc:docMk/>
            <pc:sldMk cId="4070764432" sldId="275"/>
            <ac:picMk id="26" creationId="{C8E1E248-0E4B-7544-1B13-D7E53030C30B}"/>
          </ac:picMkLst>
        </pc:picChg>
        <pc:picChg chg="mod">
          <ac:chgData name="EL GHRABLI Sana" userId="3e9a2d17-abe5-4a35-a694-d25ee74e3082" providerId="ADAL" clId="{329867B5-5928-5B57-B414-9AAD73D5211C}" dt="2026-02-12T15:11:02.992" v="2357" actId="1037"/>
          <ac:picMkLst>
            <pc:docMk/>
            <pc:sldMk cId="4070764432" sldId="275"/>
            <ac:picMk id="27" creationId="{44411EA5-F4D6-6354-5FB2-975085332515}"/>
          </ac:picMkLst>
        </pc:picChg>
        <pc:picChg chg="mod">
          <ac:chgData name="EL GHRABLI Sana" userId="3e9a2d17-abe5-4a35-a694-d25ee74e3082" providerId="ADAL" clId="{329867B5-5928-5B57-B414-9AAD73D5211C}" dt="2026-02-12T15:11:13.554" v="2368" actId="1036"/>
          <ac:picMkLst>
            <pc:docMk/>
            <pc:sldMk cId="4070764432" sldId="275"/>
            <ac:picMk id="28" creationId="{654F4A68-A45F-FC73-D020-4E6049F8C4DE}"/>
          </ac:picMkLst>
        </pc:picChg>
        <pc:cxnChg chg="mod">
          <ac:chgData name="EL GHRABLI Sana" userId="3e9a2d17-abe5-4a35-a694-d25ee74e3082" providerId="ADAL" clId="{329867B5-5928-5B57-B414-9AAD73D5211C}" dt="2026-02-12T15:11:13.554" v="2368" actId="1036"/>
          <ac:cxnSpMkLst>
            <pc:docMk/>
            <pc:sldMk cId="4070764432" sldId="275"/>
            <ac:cxnSpMk id="10" creationId="{9E6207AE-D1C5-43E4-A8E2-B41F34DFE974}"/>
          </ac:cxnSpMkLst>
        </pc:cxnChg>
        <pc:cxnChg chg="mod">
          <ac:chgData name="EL GHRABLI Sana" userId="3e9a2d17-abe5-4a35-a694-d25ee74e3082" providerId="ADAL" clId="{329867B5-5928-5B57-B414-9AAD73D5211C}" dt="2026-02-12T15:11:02.992" v="2357" actId="1037"/>
          <ac:cxnSpMkLst>
            <pc:docMk/>
            <pc:sldMk cId="4070764432" sldId="275"/>
            <ac:cxnSpMk id="20" creationId="{ECDD9C38-51B7-0B6B-3F45-2146EE48D942}"/>
          </ac:cxnSpMkLst>
        </pc:cxnChg>
        <pc:cxnChg chg="mod">
          <ac:chgData name="EL GHRABLI Sana" userId="3e9a2d17-abe5-4a35-a694-d25ee74e3082" providerId="ADAL" clId="{329867B5-5928-5B57-B414-9AAD73D5211C}" dt="2026-02-12T15:11:02.992" v="2357" actId="1037"/>
          <ac:cxnSpMkLst>
            <pc:docMk/>
            <pc:sldMk cId="4070764432" sldId="275"/>
            <ac:cxnSpMk id="21" creationId="{D10BB5C0-BC4D-D088-D167-2E1132E81A1D}"/>
          </ac:cxnSpMkLst>
        </pc:cxnChg>
        <pc:cxnChg chg="mod">
          <ac:chgData name="EL GHRABLI Sana" userId="3e9a2d17-abe5-4a35-a694-d25ee74e3082" providerId="ADAL" clId="{329867B5-5928-5B57-B414-9AAD73D5211C}" dt="2026-02-12T15:11:02.992" v="2357" actId="1037"/>
          <ac:cxnSpMkLst>
            <pc:docMk/>
            <pc:sldMk cId="4070764432" sldId="275"/>
            <ac:cxnSpMk id="22" creationId="{E7573DAB-6377-7456-073C-EC1B69238238}"/>
          </ac:cxnSpMkLst>
        </pc:cxnChg>
      </pc:sldChg>
      <pc:sldChg chg="addSp delSp modSp add mod modShow">
        <pc:chgData name="EL GHRABLI Sana" userId="3e9a2d17-abe5-4a35-a694-d25ee74e3082" providerId="ADAL" clId="{329867B5-5928-5B57-B414-9AAD73D5211C}" dt="2026-02-12T11:36:38.803" v="324" actId="20577"/>
        <pc:sldMkLst>
          <pc:docMk/>
          <pc:sldMk cId="1065647304" sldId="276"/>
        </pc:sldMkLst>
        <pc:spChg chg="mod">
          <ac:chgData name="EL GHRABLI Sana" userId="3e9a2d17-abe5-4a35-a694-d25ee74e3082" providerId="ADAL" clId="{329867B5-5928-5B57-B414-9AAD73D5211C}" dt="2026-02-12T11:36:38.803" v="324" actId="20577"/>
          <ac:spMkLst>
            <pc:docMk/>
            <pc:sldMk cId="1065647304" sldId="276"/>
            <ac:spMk id="2" creationId="{314710AF-7702-2628-1AE3-441026CD44B6}"/>
          </ac:spMkLst>
        </pc:spChg>
        <pc:spChg chg="del">
          <ac:chgData name="EL GHRABLI Sana" userId="3e9a2d17-abe5-4a35-a694-d25ee74e3082" providerId="ADAL" clId="{329867B5-5928-5B57-B414-9AAD73D5211C}" dt="2026-02-12T11:32:53.220" v="288" actId="478"/>
          <ac:spMkLst>
            <pc:docMk/>
            <pc:sldMk cId="1065647304" sldId="276"/>
            <ac:spMk id="3" creationId="{D61834B3-D1CA-78DB-A7B1-DD8E4DA3CB77}"/>
          </ac:spMkLst>
        </pc:spChg>
        <pc:spChg chg="add mod">
          <ac:chgData name="EL GHRABLI Sana" userId="3e9a2d17-abe5-4a35-a694-d25ee74e3082" providerId="ADAL" clId="{329867B5-5928-5B57-B414-9AAD73D5211C}" dt="2026-02-12T11:32:53.220" v="288" actId="478"/>
          <ac:spMkLst>
            <pc:docMk/>
            <pc:sldMk cId="1065647304" sldId="276"/>
            <ac:spMk id="5" creationId="{5C20E89C-4BF7-A194-F2B4-BFEDA0C75DF1}"/>
          </ac:spMkLst>
        </pc:spChg>
      </pc:sldChg>
      <pc:sldChg chg="add del">
        <pc:chgData name="EL GHRABLI Sana" userId="3e9a2d17-abe5-4a35-a694-d25ee74e3082" providerId="ADAL" clId="{329867B5-5928-5B57-B414-9AAD73D5211C}" dt="2026-02-12T11:32:46.410" v="286" actId="2696"/>
        <pc:sldMkLst>
          <pc:docMk/>
          <pc:sldMk cId="1681019382" sldId="276"/>
        </pc:sldMkLst>
      </pc:sldChg>
      <pc:sldChg chg="addSp delSp modSp add mod">
        <pc:chgData name="EL GHRABLI Sana" userId="3e9a2d17-abe5-4a35-a694-d25ee74e3082" providerId="ADAL" clId="{329867B5-5928-5B57-B414-9AAD73D5211C}" dt="2026-02-12T19:47:00.546" v="2886" actId="1036"/>
        <pc:sldMkLst>
          <pc:docMk/>
          <pc:sldMk cId="2293872936" sldId="277"/>
        </pc:sldMkLst>
        <pc:spChg chg="mod">
          <ac:chgData name="EL GHRABLI Sana" userId="3e9a2d17-abe5-4a35-a694-d25ee74e3082" providerId="ADAL" clId="{329867B5-5928-5B57-B414-9AAD73D5211C}" dt="2026-02-12T19:47:00.546" v="2886" actId="1036"/>
          <ac:spMkLst>
            <pc:docMk/>
            <pc:sldMk cId="2293872936" sldId="277"/>
            <ac:spMk id="2" creationId="{CEE97443-73E7-2FA7-D2A8-A64BC0650746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11" creationId="{01A4D490-88F5-B7E3-7A42-8FC565534181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16" creationId="{1CC2163F-6EAE-3D55-8D93-81A03EA11BCB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17" creationId="{5E06781C-EA55-9EF2-CCCC-34150BC09A93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18" creationId="{7575C4E8-A4C3-5BB4-DDFA-539664FC9CAE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19" creationId="{004A5244-2E35-D50D-E980-BD918A830767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24" creationId="{0FB85187-8160-D517-C86D-148F9FEC725D}"/>
          </ac:spMkLst>
        </pc:spChg>
        <pc:spChg chg="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57" creationId="{549618AA-596F-BEB8-BD7E-C5408D7CBC88}"/>
          </ac:spMkLst>
        </pc:spChg>
        <pc:spChg chg="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60" creationId="{01217F54-963E-29AA-0475-E982384759C5}"/>
          </ac:spMkLst>
        </pc:spChg>
        <pc:spChg chg="add 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63" creationId="{02FB2602-E8C5-A6AB-183E-5DC4E06D5888}"/>
          </ac:spMkLst>
        </pc:spChg>
        <pc:spChg chg="add 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68" creationId="{E524C9DD-C34E-3C85-5F28-5919C10F0514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88" creationId="{165767F9-918C-BC97-A4BA-6F827FE534BF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89" creationId="{02DCF578-3595-350A-FEB7-E774AADA5B3A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90" creationId="{A8B900D3-A133-4EA8-010A-A6911CF2E955}"/>
          </ac:spMkLst>
        </pc:spChg>
        <pc:spChg chg="del">
          <ac:chgData name="EL GHRABLI Sana" userId="3e9a2d17-abe5-4a35-a694-d25ee74e3082" providerId="ADAL" clId="{329867B5-5928-5B57-B414-9AAD73D5211C}" dt="2026-02-12T12:06:01.485" v="753" actId="478"/>
          <ac:spMkLst>
            <pc:docMk/>
            <pc:sldMk cId="2293872936" sldId="277"/>
            <ac:spMk id="91" creationId="{655BCBC2-8E53-93B3-479D-9126A8690146}"/>
          </ac:spMkLst>
        </pc:spChg>
        <pc:spChg chg="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94" creationId="{FCE055FA-3C99-9C39-5B74-53C8B1D1A8FE}"/>
          </ac:spMkLst>
        </pc:spChg>
        <pc:spChg chg="add 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114" creationId="{04F82F4C-A3B6-6837-D98A-01876DCB1AAE}"/>
          </ac:spMkLst>
        </pc:spChg>
        <pc:spChg chg="add 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115" creationId="{A5FC4C4C-D404-53FB-EAA3-02CEF8CD0B47}"/>
          </ac:spMkLst>
        </pc:spChg>
        <pc:spChg chg="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120" creationId="{8CDFEEAF-8DB4-D7B8-AA83-3866231ACEDB}"/>
          </ac:spMkLst>
        </pc:spChg>
        <pc:spChg chg="add 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122" creationId="{2553D635-9550-A839-9803-C34658898FBF}"/>
          </ac:spMkLst>
        </pc:spChg>
        <pc:spChg chg="add mod">
          <ac:chgData name="EL GHRABLI Sana" userId="3e9a2d17-abe5-4a35-a694-d25ee74e3082" providerId="ADAL" clId="{329867B5-5928-5B57-B414-9AAD73D5211C}" dt="2026-02-12T12:06:18.059" v="754"/>
          <ac:spMkLst>
            <pc:docMk/>
            <pc:sldMk cId="2293872936" sldId="277"/>
            <ac:spMk id="129" creationId="{4742FD2F-5D73-7556-C78D-D85B1602F58C}"/>
          </ac:spMkLst>
        </pc:spChg>
        <pc:spChg chg="mod">
          <ac:chgData name="EL GHRABLI Sana" userId="3e9a2d17-abe5-4a35-a694-d25ee74e3082" providerId="ADAL" clId="{329867B5-5928-5B57-B414-9AAD73D5211C}" dt="2026-02-12T12:06:25.166" v="755"/>
          <ac:spMkLst>
            <pc:docMk/>
            <pc:sldMk cId="2293872936" sldId="277"/>
            <ac:spMk id="157" creationId="{08B76A1C-5754-365C-06CE-61CB699056CD}"/>
          </ac:spMkLst>
        </pc:spChg>
        <pc:spChg chg="mod">
          <ac:chgData name="EL GHRABLI Sana" userId="3e9a2d17-abe5-4a35-a694-d25ee74e3082" providerId="ADAL" clId="{329867B5-5928-5B57-B414-9AAD73D5211C}" dt="2026-02-12T12:06:25.166" v="755"/>
          <ac:spMkLst>
            <pc:docMk/>
            <pc:sldMk cId="2293872936" sldId="277"/>
            <ac:spMk id="158" creationId="{B8C4C0EC-DDBB-D120-0BA6-5596281DF235}"/>
          </ac:spMkLst>
        </pc:spChg>
        <pc:spChg chg="mod">
          <ac:chgData name="EL GHRABLI Sana" userId="3e9a2d17-abe5-4a35-a694-d25ee74e3082" providerId="ADAL" clId="{329867B5-5928-5B57-B414-9AAD73D5211C}" dt="2026-02-12T12:06:55.393" v="762" actId="404"/>
          <ac:spMkLst>
            <pc:docMk/>
            <pc:sldMk cId="2293872936" sldId="277"/>
            <ac:spMk id="160" creationId="{813318B2-1EBA-B770-8291-A622719AD5FE}"/>
          </ac:spMkLst>
        </pc:spChg>
        <pc:spChg chg="mod">
          <ac:chgData name="EL GHRABLI Sana" userId="3e9a2d17-abe5-4a35-a694-d25ee74e3082" providerId="ADAL" clId="{329867B5-5928-5B57-B414-9AAD73D5211C}" dt="2026-02-12T12:06:33.712" v="757"/>
          <ac:spMkLst>
            <pc:docMk/>
            <pc:sldMk cId="2293872936" sldId="277"/>
            <ac:spMk id="161" creationId="{47957C19-E2BB-1A77-2746-0F976F3FC5DA}"/>
          </ac:spMkLst>
        </pc:spChg>
        <pc:spChg chg="mod">
          <ac:chgData name="EL GHRABLI Sana" userId="3e9a2d17-abe5-4a35-a694-d25ee74e3082" providerId="ADAL" clId="{329867B5-5928-5B57-B414-9AAD73D5211C}" dt="2026-02-12T12:07:07.395" v="764"/>
          <ac:spMkLst>
            <pc:docMk/>
            <pc:sldMk cId="2293872936" sldId="277"/>
            <ac:spMk id="175" creationId="{4632694F-A29A-2D2B-2F20-3D86B9785E33}"/>
          </ac:spMkLst>
        </pc:spChg>
        <pc:spChg chg="mod">
          <ac:chgData name="EL GHRABLI Sana" userId="3e9a2d17-abe5-4a35-a694-d25ee74e3082" providerId="ADAL" clId="{329867B5-5928-5B57-B414-9AAD73D5211C}" dt="2026-02-12T12:09:44.481" v="827" actId="167"/>
          <ac:spMkLst>
            <pc:docMk/>
            <pc:sldMk cId="2293872936" sldId="277"/>
            <ac:spMk id="176" creationId="{0A0441CC-1B5E-7503-B337-F59005D55C72}"/>
          </ac:spMkLst>
        </pc:spChg>
        <pc:spChg chg="mod">
          <ac:chgData name="EL GHRABLI Sana" userId="3e9a2d17-abe5-4a35-a694-d25ee74e3082" providerId="ADAL" clId="{329867B5-5928-5B57-B414-9AAD73D5211C}" dt="2026-02-12T12:09:44.481" v="827" actId="167"/>
          <ac:spMkLst>
            <pc:docMk/>
            <pc:sldMk cId="2293872936" sldId="277"/>
            <ac:spMk id="177" creationId="{BA8A68AE-D201-7C69-DC29-DFF73E117EED}"/>
          </ac:spMkLst>
        </pc:spChg>
        <pc:spChg chg="mod">
          <ac:chgData name="EL GHRABLI Sana" userId="3e9a2d17-abe5-4a35-a694-d25ee74e3082" providerId="ADAL" clId="{329867B5-5928-5B57-B414-9AAD73D5211C}" dt="2026-02-12T12:10:07.493" v="836" actId="167"/>
          <ac:spMkLst>
            <pc:docMk/>
            <pc:sldMk cId="2293872936" sldId="277"/>
            <ac:spMk id="178" creationId="{DC6762F1-9FB3-44C5-1ACE-2D503D8173CA}"/>
          </ac:spMkLst>
        </pc:spChg>
        <pc:spChg chg="mod">
          <ac:chgData name="EL GHRABLI Sana" userId="3e9a2d17-abe5-4a35-a694-d25ee74e3082" providerId="ADAL" clId="{329867B5-5928-5B57-B414-9AAD73D5211C}" dt="2026-02-12T12:10:07.493" v="836" actId="167"/>
          <ac:spMkLst>
            <pc:docMk/>
            <pc:sldMk cId="2293872936" sldId="277"/>
            <ac:spMk id="179" creationId="{4E94C2C0-4E3D-72BA-9F68-15F4D692A827}"/>
          </ac:spMkLst>
        </pc:spChg>
        <pc:spChg chg="mod">
          <ac:chgData name="EL GHRABLI Sana" userId="3e9a2d17-abe5-4a35-a694-d25ee74e3082" providerId="ADAL" clId="{329867B5-5928-5B57-B414-9AAD73D5211C}" dt="2026-02-12T12:07:39.467" v="791" actId="1035"/>
          <ac:spMkLst>
            <pc:docMk/>
            <pc:sldMk cId="2293872936" sldId="277"/>
            <ac:spMk id="180" creationId="{535ABA0F-BE2B-724F-CA60-47FC4A31B084}"/>
          </ac:spMkLst>
        </pc:spChg>
        <pc:spChg chg="mod">
          <ac:chgData name="EL GHRABLI Sana" userId="3e9a2d17-abe5-4a35-a694-d25ee74e3082" providerId="ADAL" clId="{329867B5-5928-5B57-B414-9AAD73D5211C}" dt="2026-02-12T12:07:39.467" v="791" actId="1035"/>
          <ac:spMkLst>
            <pc:docMk/>
            <pc:sldMk cId="2293872936" sldId="277"/>
            <ac:spMk id="181" creationId="{5CEBB9CF-0BF1-E9B9-0A4D-97533AA1D3DE}"/>
          </ac:spMkLst>
        </pc:spChg>
        <pc:spChg chg="mod">
          <ac:chgData name="EL GHRABLI Sana" userId="3e9a2d17-abe5-4a35-a694-d25ee74e3082" providerId="ADAL" clId="{329867B5-5928-5B57-B414-9AAD73D5211C}" dt="2026-02-12T12:07:39.467" v="791" actId="1035"/>
          <ac:spMkLst>
            <pc:docMk/>
            <pc:sldMk cId="2293872936" sldId="277"/>
            <ac:spMk id="182" creationId="{A0367664-8513-FEF3-EA1B-C1EBC8A891C6}"/>
          </ac:spMkLst>
        </pc:spChg>
        <pc:spChg chg="add mod">
          <ac:chgData name="EL GHRABLI Sana" userId="3e9a2d17-abe5-4a35-a694-d25ee74e3082" providerId="ADAL" clId="{329867B5-5928-5B57-B414-9AAD73D5211C}" dt="2026-02-12T12:07:07.395" v="764"/>
          <ac:spMkLst>
            <pc:docMk/>
            <pc:sldMk cId="2293872936" sldId="277"/>
            <ac:spMk id="186" creationId="{E8E6A28C-6B3A-BB8E-4DD3-5417336F4255}"/>
          </ac:spMkLst>
        </pc:spChg>
        <pc:spChg chg="mod">
          <ac:chgData name="EL GHRABLI Sana" userId="3e9a2d17-abe5-4a35-a694-d25ee74e3082" providerId="ADAL" clId="{329867B5-5928-5B57-B414-9AAD73D5211C}" dt="2026-02-12T12:07:29.058" v="779" actId="1076"/>
          <ac:spMkLst>
            <pc:docMk/>
            <pc:sldMk cId="2293872936" sldId="277"/>
            <ac:spMk id="187" creationId="{72BBE0E3-0A22-F34F-D45F-F77F652A0A77}"/>
          </ac:spMkLst>
        </pc:spChg>
        <pc:spChg chg="mod">
          <ac:chgData name="EL GHRABLI Sana" userId="3e9a2d17-abe5-4a35-a694-d25ee74e3082" providerId="ADAL" clId="{329867B5-5928-5B57-B414-9AAD73D5211C}" dt="2026-02-12T12:10:57.210" v="846" actId="1038"/>
          <ac:spMkLst>
            <pc:docMk/>
            <pc:sldMk cId="2293872936" sldId="277"/>
            <ac:spMk id="189" creationId="{AFF001EC-7990-A930-0126-2A81CBFA8826}"/>
          </ac:spMkLst>
        </pc:spChg>
        <pc:spChg chg="add mod">
          <ac:chgData name="EL GHRABLI Sana" userId="3e9a2d17-abe5-4a35-a694-d25ee74e3082" providerId="ADAL" clId="{329867B5-5928-5B57-B414-9AAD73D5211C}" dt="2026-02-12T12:07:29.058" v="779" actId="1076"/>
          <ac:spMkLst>
            <pc:docMk/>
            <pc:sldMk cId="2293872936" sldId="277"/>
            <ac:spMk id="199" creationId="{A66746A5-381F-2494-EA4E-56C08A2CD500}"/>
          </ac:spMkLst>
        </pc:spChg>
        <pc:spChg chg="mod">
          <ac:chgData name="EL GHRABLI Sana" userId="3e9a2d17-abe5-4a35-a694-d25ee74e3082" providerId="ADAL" clId="{329867B5-5928-5B57-B414-9AAD73D5211C}" dt="2026-02-12T12:07:29.058" v="779" actId="1076"/>
          <ac:spMkLst>
            <pc:docMk/>
            <pc:sldMk cId="2293872936" sldId="277"/>
            <ac:spMk id="200" creationId="{447FEF25-CC9F-EDA3-16AE-E71D481E8F94}"/>
          </ac:spMkLst>
        </pc:spChg>
        <pc:spChg chg="add mod">
          <ac:chgData name="EL GHRABLI Sana" userId="3e9a2d17-abe5-4a35-a694-d25ee74e3082" providerId="ADAL" clId="{329867B5-5928-5B57-B414-9AAD73D5211C}" dt="2026-02-12T12:07:07.395" v="764"/>
          <ac:spMkLst>
            <pc:docMk/>
            <pc:sldMk cId="2293872936" sldId="277"/>
            <ac:spMk id="203" creationId="{2390A9A2-3716-E969-C3BA-733DB913FAA1}"/>
          </ac:spMkLst>
        </pc:spChg>
        <pc:spChg chg="add mod">
          <ac:chgData name="EL GHRABLI Sana" userId="3e9a2d17-abe5-4a35-a694-d25ee74e3082" providerId="ADAL" clId="{329867B5-5928-5B57-B414-9AAD73D5211C}" dt="2026-02-12T12:07:27.113" v="777" actId="1035"/>
          <ac:spMkLst>
            <pc:docMk/>
            <pc:sldMk cId="2293872936" sldId="277"/>
            <ac:spMk id="214" creationId="{B87441AB-6591-8159-1006-465B05DD0096}"/>
          </ac:spMkLst>
        </pc:spChg>
        <pc:spChg chg="add mod">
          <ac:chgData name="EL GHRABLI Sana" userId="3e9a2d17-abe5-4a35-a694-d25ee74e3082" providerId="ADAL" clId="{329867B5-5928-5B57-B414-9AAD73D5211C}" dt="2026-02-12T12:07:07.395" v="764"/>
          <ac:spMkLst>
            <pc:docMk/>
            <pc:sldMk cId="2293872936" sldId="277"/>
            <ac:spMk id="216" creationId="{09199751-AC77-45F5-3C35-B2CA6B2AE317}"/>
          </ac:spMkLst>
        </pc:spChg>
        <pc:spChg chg="mod">
          <ac:chgData name="EL GHRABLI Sana" userId="3e9a2d17-abe5-4a35-a694-d25ee74e3082" providerId="ADAL" clId="{329867B5-5928-5B57-B414-9AAD73D5211C}" dt="2026-02-12T12:07:07.395" v="764"/>
          <ac:spMkLst>
            <pc:docMk/>
            <pc:sldMk cId="2293872936" sldId="277"/>
            <ac:spMk id="219" creationId="{505E156A-AD3A-3FE3-A11B-AA3B2F984880}"/>
          </ac:spMkLst>
        </pc:spChg>
        <pc:spChg chg="add mod">
          <ac:chgData name="EL GHRABLI Sana" userId="3e9a2d17-abe5-4a35-a694-d25ee74e3082" providerId="ADAL" clId="{329867B5-5928-5B57-B414-9AAD73D5211C}" dt="2026-02-12T12:09:13.344" v="823" actId="403"/>
          <ac:spMkLst>
            <pc:docMk/>
            <pc:sldMk cId="2293872936" sldId="277"/>
            <ac:spMk id="220" creationId="{8CEC4C19-886E-195C-68A9-200C6DE093DD}"/>
          </ac:spMkLst>
        </pc:spChg>
        <pc:spChg chg="mod">
          <ac:chgData name="EL GHRABLI Sana" userId="3e9a2d17-abe5-4a35-a694-d25ee74e3082" providerId="ADAL" clId="{329867B5-5928-5B57-B414-9AAD73D5211C}" dt="2026-02-12T12:09:17.341" v="825" actId="403"/>
          <ac:spMkLst>
            <pc:docMk/>
            <pc:sldMk cId="2293872936" sldId="277"/>
            <ac:spMk id="224" creationId="{37574FF1-A570-5B80-6540-670183E65599}"/>
          </ac:spMkLst>
        </pc:spChg>
        <pc:spChg chg="mod">
          <ac:chgData name="EL GHRABLI Sana" userId="3e9a2d17-abe5-4a35-a694-d25ee74e3082" providerId="ADAL" clId="{329867B5-5928-5B57-B414-9AAD73D5211C}" dt="2026-02-12T12:10:46.369" v="840" actId="403"/>
          <ac:spMkLst>
            <pc:docMk/>
            <pc:sldMk cId="2293872936" sldId="277"/>
            <ac:spMk id="227" creationId="{8C8142E5-B263-D70B-37B1-BB37ACF071FC}"/>
          </ac:spMkLst>
        </pc:spChg>
        <pc:spChg chg="mod">
          <ac:chgData name="EL GHRABLI Sana" userId="3e9a2d17-abe5-4a35-a694-d25ee74e3082" providerId="ADAL" clId="{329867B5-5928-5B57-B414-9AAD73D5211C}" dt="2026-02-12T12:10:46.369" v="840" actId="403"/>
          <ac:spMkLst>
            <pc:docMk/>
            <pc:sldMk cId="2293872936" sldId="277"/>
            <ac:spMk id="228" creationId="{D15CAF19-BD49-ECDF-000B-C88957C92BFF}"/>
          </ac:spMkLst>
        </pc:spChg>
        <pc:spChg chg="mod">
          <ac:chgData name="EL GHRABLI Sana" userId="3e9a2d17-abe5-4a35-a694-d25ee74e3082" providerId="ADAL" clId="{329867B5-5928-5B57-B414-9AAD73D5211C}" dt="2026-02-12T12:10:50.673" v="844" actId="1037"/>
          <ac:spMkLst>
            <pc:docMk/>
            <pc:sldMk cId="2293872936" sldId="277"/>
            <ac:spMk id="229" creationId="{84CC2C89-BA44-A219-8EE6-AAD70B45DF8A}"/>
          </ac:spMkLst>
        </pc:spChg>
        <pc:spChg chg="add mod">
          <ac:chgData name="EL GHRABLI Sana" userId="3e9a2d17-abe5-4a35-a694-d25ee74e3082" providerId="ADAL" clId="{329867B5-5928-5B57-B414-9AAD73D5211C}" dt="2026-02-12T12:10:30.626" v="837" actId="207"/>
          <ac:spMkLst>
            <pc:docMk/>
            <pc:sldMk cId="2293872936" sldId="277"/>
            <ac:spMk id="230" creationId="{1A830BFA-62AE-11A3-1FAA-43213C7EDC4C}"/>
          </ac:spMkLst>
        </pc:spChg>
        <pc:spChg chg="mod">
          <ac:chgData name="EL GHRABLI Sana" userId="3e9a2d17-abe5-4a35-a694-d25ee74e3082" providerId="ADAL" clId="{329867B5-5928-5B57-B414-9AAD73D5211C}" dt="2026-02-12T12:10:30.626" v="837" actId="207"/>
          <ac:spMkLst>
            <pc:docMk/>
            <pc:sldMk cId="2293872936" sldId="277"/>
            <ac:spMk id="231" creationId="{DC259E1F-86F7-8ADE-60BD-999F03FFBE65}"/>
          </ac:spMkLst>
        </pc:spChg>
        <pc:spChg chg="mod">
          <ac:chgData name="EL GHRABLI Sana" userId="3e9a2d17-abe5-4a35-a694-d25ee74e3082" providerId="ADAL" clId="{329867B5-5928-5B57-B414-9AAD73D5211C}" dt="2026-02-12T12:09:27.956" v="826" actId="14100"/>
          <ac:spMkLst>
            <pc:docMk/>
            <pc:sldMk cId="2293872936" sldId="277"/>
            <ac:spMk id="233" creationId="{1C7E9195-912B-7E29-3EF4-C3977EC6C146}"/>
          </ac:spMkLst>
        </pc:spChg>
        <pc:spChg chg="mod">
          <ac:chgData name="EL GHRABLI Sana" userId="3e9a2d17-abe5-4a35-a694-d25ee74e3082" providerId="ADAL" clId="{329867B5-5928-5B57-B414-9AAD73D5211C}" dt="2026-02-12T12:11:05.709" v="868" actId="1035"/>
          <ac:spMkLst>
            <pc:docMk/>
            <pc:sldMk cId="2293872936" sldId="277"/>
            <ac:spMk id="234" creationId="{20A89EFF-E8D5-4165-C97E-3E84129BB1E8}"/>
          </ac:spMkLst>
        </pc:spChg>
        <pc:spChg chg="add mod">
          <ac:chgData name="EL GHRABLI Sana" userId="3e9a2d17-abe5-4a35-a694-d25ee74e3082" providerId="ADAL" clId="{329867B5-5928-5B57-B414-9AAD73D5211C}" dt="2026-02-12T12:15:16.476" v="973" actId="14100"/>
          <ac:spMkLst>
            <pc:docMk/>
            <pc:sldMk cId="2293872936" sldId="277"/>
            <ac:spMk id="236" creationId="{EBB0DBED-D9D0-0EF5-D9D4-B5A95E9BB41A}"/>
          </ac:spMkLst>
        </pc:spChg>
        <pc:spChg chg="add del mod">
          <ac:chgData name="EL GHRABLI Sana" userId="3e9a2d17-abe5-4a35-a694-d25ee74e3082" providerId="ADAL" clId="{329867B5-5928-5B57-B414-9AAD73D5211C}" dt="2026-02-12T12:07:45.310" v="794"/>
          <ac:spMkLst>
            <pc:docMk/>
            <pc:sldMk cId="2293872936" sldId="277"/>
            <ac:spMk id="237" creationId="{B20EFDAA-8452-50E9-20FE-1D8950D3D742}"/>
          </ac:spMkLst>
        </pc:spChg>
        <pc:spChg chg="add mod">
          <ac:chgData name="EL GHRABLI Sana" userId="3e9a2d17-abe5-4a35-a694-d25ee74e3082" providerId="ADAL" clId="{329867B5-5928-5B57-B414-9AAD73D5211C}" dt="2026-02-12T12:15:13.324" v="972" actId="14100"/>
          <ac:spMkLst>
            <pc:docMk/>
            <pc:sldMk cId="2293872936" sldId="277"/>
            <ac:spMk id="238" creationId="{A0E59E2A-5982-A384-DB74-103A181795B7}"/>
          </ac:spMkLst>
        </pc:spChg>
        <pc:spChg chg="mod">
          <ac:chgData name="EL GHRABLI Sana" userId="3e9a2d17-abe5-4a35-a694-d25ee74e3082" providerId="ADAL" clId="{329867B5-5928-5B57-B414-9AAD73D5211C}" dt="2026-02-12T12:11:22.215" v="870"/>
          <ac:spMkLst>
            <pc:docMk/>
            <pc:sldMk cId="2293872936" sldId="277"/>
            <ac:spMk id="240" creationId="{446BF507-631E-EB44-B669-FC65491ACB49}"/>
          </ac:spMkLst>
        </pc:spChg>
        <pc:spChg chg="mod">
          <ac:chgData name="EL GHRABLI Sana" userId="3e9a2d17-abe5-4a35-a694-d25ee74e3082" providerId="ADAL" clId="{329867B5-5928-5B57-B414-9AAD73D5211C}" dt="2026-02-12T12:11:22.215" v="870"/>
          <ac:spMkLst>
            <pc:docMk/>
            <pc:sldMk cId="2293872936" sldId="277"/>
            <ac:spMk id="241" creationId="{B71B9F1A-E8F9-BC17-0A5B-4A467C417398}"/>
          </ac:spMkLst>
        </pc:spChg>
        <pc:spChg chg="add del">
          <ac:chgData name="EL GHRABLI Sana" userId="3e9a2d17-abe5-4a35-a694-d25ee74e3082" providerId="ADAL" clId="{329867B5-5928-5B57-B414-9AAD73D5211C}" dt="2026-02-12T12:11:33.325" v="872" actId="22"/>
          <ac:spMkLst>
            <pc:docMk/>
            <pc:sldMk cId="2293872936" sldId="277"/>
            <ac:spMk id="243" creationId="{B438EF54-A10A-00F6-FFAF-3FEF2BF2234E}"/>
          </ac:spMkLst>
        </pc:spChg>
        <pc:spChg chg="add mod">
          <ac:chgData name="EL GHRABLI Sana" userId="3e9a2d17-abe5-4a35-a694-d25ee74e3082" providerId="ADAL" clId="{329867B5-5928-5B57-B414-9AAD73D5211C}" dt="2026-02-12T14:54:58.260" v="2156" actId="12788"/>
          <ac:spMkLst>
            <pc:docMk/>
            <pc:sldMk cId="2293872936" sldId="277"/>
            <ac:spMk id="244" creationId="{CACEBBD1-0788-5B1D-CE5D-ADE02FB47E1B}"/>
          </ac:spMkLst>
        </pc:spChg>
        <pc:spChg chg="mod">
          <ac:chgData name="EL GHRABLI Sana" userId="3e9a2d17-abe5-4a35-a694-d25ee74e3082" providerId="ADAL" clId="{329867B5-5928-5B57-B414-9AAD73D5211C}" dt="2026-02-12T12:12:31.720" v="884"/>
          <ac:spMkLst>
            <pc:docMk/>
            <pc:sldMk cId="2293872936" sldId="277"/>
            <ac:spMk id="246" creationId="{2729DD36-E2C1-CB20-D26D-3291BED9CD4B}"/>
          </ac:spMkLst>
        </pc:spChg>
        <pc:spChg chg="mod">
          <ac:chgData name="EL GHRABLI Sana" userId="3e9a2d17-abe5-4a35-a694-d25ee74e3082" providerId="ADAL" clId="{329867B5-5928-5B57-B414-9AAD73D5211C}" dt="2026-02-12T12:12:14.912" v="882"/>
          <ac:spMkLst>
            <pc:docMk/>
            <pc:sldMk cId="2293872936" sldId="277"/>
            <ac:spMk id="247" creationId="{7934A140-0E61-A724-75D9-DD6D502BCF76}"/>
          </ac:spMkLst>
        </pc:spChg>
        <pc:spChg chg="add mod">
          <ac:chgData name="EL GHRABLI Sana" userId="3e9a2d17-abe5-4a35-a694-d25ee74e3082" providerId="ADAL" clId="{329867B5-5928-5B57-B414-9AAD73D5211C}" dt="2026-02-12T12:15:59.780" v="1032" actId="1037"/>
          <ac:spMkLst>
            <pc:docMk/>
            <pc:sldMk cId="2293872936" sldId="277"/>
            <ac:spMk id="248" creationId="{C02BD858-57B4-4FE0-0D2B-8F52FA2F7DB4}"/>
          </ac:spMkLst>
        </pc:spChg>
        <pc:spChg chg="add del mod">
          <ac:chgData name="EL GHRABLI Sana" userId="3e9a2d17-abe5-4a35-a694-d25ee74e3082" providerId="ADAL" clId="{329867B5-5928-5B57-B414-9AAD73D5211C}" dt="2026-02-12T12:13:30.204" v="898" actId="478"/>
          <ac:spMkLst>
            <pc:docMk/>
            <pc:sldMk cId="2293872936" sldId="277"/>
            <ac:spMk id="249" creationId="{1953075A-D164-2F8E-B614-29F72F64C08A}"/>
          </ac:spMkLst>
        </pc:spChg>
        <pc:spChg chg="add del mod">
          <ac:chgData name="EL GHRABLI Sana" userId="3e9a2d17-abe5-4a35-a694-d25ee74e3082" providerId="ADAL" clId="{329867B5-5928-5B57-B414-9AAD73D5211C}" dt="2026-02-12T12:14:29.442" v="911" actId="478"/>
          <ac:spMkLst>
            <pc:docMk/>
            <pc:sldMk cId="2293872936" sldId="277"/>
            <ac:spMk id="250" creationId="{CAC4C136-359B-3F6F-EE40-4745A8D283C6}"/>
          </ac:spMkLst>
        </pc:spChg>
        <pc:spChg chg="add mod">
          <ac:chgData name="EL GHRABLI Sana" userId="3e9a2d17-abe5-4a35-a694-d25ee74e3082" providerId="ADAL" clId="{329867B5-5928-5B57-B414-9AAD73D5211C}" dt="2026-02-12T12:15:45.507" v="978" actId="164"/>
          <ac:spMkLst>
            <pc:docMk/>
            <pc:sldMk cId="2293872936" sldId="277"/>
            <ac:spMk id="251" creationId="{2EE7EC88-8500-1BC6-26B8-26DEC9373B3A}"/>
          </ac:spMkLst>
        </pc:spChg>
        <pc:spChg chg="add mod">
          <ac:chgData name="EL GHRABLI Sana" userId="3e9a2d17-abe5-4a35-a694-d25ee74e3082" providerId="ADAL" clId="{329867B5-5928-5B57-B414-9AAD73D5211C}" dt="2026-02-12T12:15:45.507" v="978" actId="164"/>
          <ac:spMkLst>
            <pc:docMk/>
            <pc:sldMk cId="2293872936" sldId="277"/>
            <ac:spMk id="252" creationId="{DE828CDE-1094-E081-5AE7-42D0DB13D110}"/>
          </ac:spMkLst>
        </pc:spChg>
        <pc:spChg chg="add del mod">
          <ac:chgData name="EL GHRABLI Sana" userId="3e9a2d17-abe5-4a35-a694-d25ee74e3082" providerId="ADAL" clId="{329867B5-5928-5B57-B414-9AAD73D5211C}" dt="2026-02-12T12:15:17.372" v="975"/>
          <ac:spMkLst>
            <pc:docMk/>
            <pc:sldMk cId="2293872936" sldId="277"/>
            <ac:spMk id="253" creationId="{65D1777C-D218-5210-6BC5-E1E180B79B49}"/>
          </ac:spMkLst>
        </pc:spChg>
        <pc:spChg chg="add mod">
          <ac:chgData name="EL GHRABLI Sana" userId="3e9a2d17-abe5-4a35-a694-d25ee74e3082" providerId="ADAL" clId="{329867B5-5928-5B57-B414-9AAD73D5211C}" dt="2026-02-12T14:49:32.791" v="2041" actId="1038"/>
          <ac:spMkLst>
            <pc:docMk/>
            <pc:sldMk cId="2293872936" sldId="277"/>
            <ac:spMk id="255" creationId="{DE215449-7215-143E-659F-A9428CEAA222}"/>
          </ac:spMkLst>
        </pc:spChg>
        <pc:spChg chg="add del mod">
          <ac:chgData name="EL GHRABLI Sana" userId="3e9a2d17-abe5-4a35-a694-d25ee74e3082" providerId="ADAL" clId="{329867B5-5928-5B57-B414-9AAD73D5211C}" dt="2026-02-12T12:17:37.026" v="1046" actId="478"/>
          <ac:spMkLst>
            <pc:docMk/>
            <pc:sldMk cId="2293872936" sldId="277"/>
            <ac:spMk id="256" creationId="{6EF216D6-8762-7B3E-0A9C-A16869921B1A}"/>
          </ac:spMkLst>
        </pc:spChg>
        <pc:spChg chg="add mod">
          <ac:chgData name="EL GHRABLI Sana" userId="3e9a2d17-abe5-4a35-a694-d25ee74e3082" providerId="ADAL" clId="{329867B5-5928-5B57-B414-9AAD73D5211C}" dt="2026-02-12T14:49:46.692" v="2057" actId="12789"/>
          <ac:spMkLst>
            <pc:docMk/>
            <pc:sldMk cId="2293872936" sldId="277"/>
            <ac:spMk id="257" creationId="{A31AFDC4-9220-A2B4-FC9E-AC5796E7A815}"/>
          </ac:spMkLst>
        </pc:spChg>
        <pc:spChg chg="add del mod">
          <ac:chgData name="EL GHRABLI Sana" userId="3e9a2d17-abe5-4a35-a694-d25ee74e3082" providerId="ADAL" clId="{329867B5-5928-5B57-B414-9AAD73D5211C}" dt="2026-02-12T12:17:14.145" v="1042" actId="478"/>
          <ac:spMkLst>
            <pc:docMk/>
            <pc:sldMk cId="2293872936" sldId="277"/>
            <ac:spMk id="258" creationId="{828C584E-4FB2-DBB7-A639-4F80A9A83FC2}"/>
          </ac:spMkLst>
        </pc:spChg>
        <pc:spChg chg="add mod">
          <ac:chgData name="EL GHRABLI Sana" userId="3e9a2d17-abe5-4a35-a694-d25ee74e3082" providerId="ADAL" clId="{329867B5-5928-5B57-B414-9AAD73D5211C}" dt="2026-02-12T14:49:46.692" v="2057" actId="12789"/>
          <ac:spMkLst>
            <pc:docMk/>
            <pc:sldMk cId="2293872936" sldId="277"/>
            <ac:spMk id="259" creationId="{8F6E61F6-AE88-A6CA-1743-717D08D8668A}"/>
          </ac:spMkLst>
        </pc:spChg>
        <pc:grpChg chg="add del mod">
          <ac:chgData name="EL GHRABLI Sana" userId="3e9a2d17-abe5-4a35-a694-d25ee74e3082" providerId="ADAL" clId="{329867B5-5928-5B57-B414-9AAD73D5211C}" dt="2026-02-12T12:06:33.353" v="756" actId="478"/>
          <ac:grpSpMkLst>
            <pc:docMk/>
            <pc:sldMk cId="2293872936" sldId="277"/>
            <ac:grpSpMk id="156" creationId="{4D578A89-C290-0618-894A-F2D3ACFBE524}"/>
          </ac:grpSpMkLst>
        </pc:grpChg>
        <pc:grpChg chg="add mod">
          <ac:chgData name="EL GHRABLI Sana" userId="3e9a2d17-abe5-4a35-a694-d25ee74e3082" providerId="ADAL" clId="{329867B5-5928-5B57-B414-9AAD73D5211C}" dt="2026-02-12T12:06:33.712" v="757"/>
          <ac:grpSpMkLst>
            <pc:docMk/>
            <pc:sldMk cId="2293872936" sldId="277"/>
            <ac:grpSpMk id="159" creationId="{1CEF01D1-FC3A-D282-0528-865436B1B73A}"/>
          </ac:grpSpMkLst>
        </pc:grpChg>
        <pc:grpChg chg="mod">
          <ac:chgData name="EL GHRABLI Sana" userId="3e9a2d17-abe5-4a35-a694-d25ee74e3082" providerId="ADAL" clId="{329867B5-5928-5B57-B414-9AAD73D5211C}" dt="2026-02-12T12:07:39.467" v="791" actId="1035"/>
          <ac:grpSpMkLst>
            <pc:docMk/>
            <pc:sldMk cId="2293872936" sldId="277"/>
            <ac:grpSpMk id="166" creationId="{24BC5892-5DA1-E87F-3208-3C51AD8C6E27}"/>
          </ac:grpSpMkLst>
        </pc:grpChg>
        <pc:grpChg chg="mod">
          <ac:chgData name="EL GHRABLI Sana" userId="3e9a2d17-abe5-4a35-a694-d25ee74e3082" providerId="ADAL" clId="{329867B5-5928-5B57-B414-9AAD73D5211C}" dt="2026-02-12T12:09:53.192" v="833" actId="1035"/>
          <ac:grpSpMkLst>
            <pc:docMk/>
            <pc:sldMk cId="2293872936" sldId="277"/>
            <ac:grpSpMk id="170" creationId="{CE57686C-38E9-551B-E619-19153043E409}"/>
          </ac:grpSpMkLst>
        </pc:grpChg>
        <pc:grpChg chg="add del mod">
          <ac:chgData name="EL GHRABLI Sana" userId="3e9a2d17-abe5-4a35-a694-d25ee74e3082" providerId="ADAL" clId="{329867B5-5928-5B57-B414-9AAD73D5211C}" dt="2026-02-12T12:11:40.804" v="873" actId="478"/>
          <ac:grpSpMkLst>
            <pc:docMk/>
            <pc:sldMk cId="2293872936" sldId="277"/>
            <ac:grpSpMk id="239" creationId="{E54025DD-CB04-CA8D-32FF-14A4A4477BB6}"/>
          </ac:grpSpMkLst>
        </pc:grpChg>
        <pc:grpChg chg="add del mod">
          <ac:chgData name="EL GHRABLI Sana" userId="3e9a2d17-abe5-4a35-a694-d25ee74e3082" providerId="ADAL" clId="{329867B5-5928-5B57-B414-9AAD73D5211C}" dt="2026-02-12T12:12:35.560" v="885" actId="478"/>
          <ac:grpSpMkLst>
            <pc:docMk/>
            <pc:sldMk cId="2293872936" sldId="277"/>
            <ac:grpSpMk id="245" creationId="{ECB0C3E3-FB70-82FA-6E13-5FD56DC3FFB1}"/>
          </ac:grpSpMkLst>
        </pc:grpChg>
        <pc:grpChg chg="add mod">
          <ac:chgData name="EL GHRABLI Sana" userId="3e9a2d17-abe5-4a35-a694-d25ee74e3082" providerId="ADAL" clId="{329867B5-5928-5B57-B414-9AAD73D5211C}" dt="2026-02-12T14:54:58.260" v="2156" actId="12788"/>
          <ac:grpSpMkLst>
            <pc:docMk/>
            <pc:sldMk cId="2293872936" sldId="277"/>
            <ac:grpSpMk id="254" creationId="{3ECEEC9E-90CD-2EF0-FBD3-2EC5A953FBBD}"/>
          </ac:grpSpMkLst>
        </pc:grpChg>
        <pc:cxnChg chg="add del mod">
          <ac:chgData name="EL GHRABLI Sana" userId="3e9a2d17-abe5-4a35-a694-d25ee74e3082" providerId="ADAL" clId="{329867B5-5928-5B57-B414-9AAD73D5211C}" dt="2026-02-12T14:54:34.006" v="2133" actId="478"/>
          <ac:cxnSpMkLst>
            <pc:docMk/>
            <pc:sldMk cId="2293872936" sldId="277"/>
            <ac:cxnSpMk id="4" creationId="{5C01347B-B5AC-3B7C-3C58-FF1E7FAFC175}"/>
          </ac:cxnSpMkLst>
        </pc:cxnChg>
        <pc:cxnChg chg="add mod">
          <ac:chgData name="EL GHRABLI Sana" userId="3e9a2d17-abe5-4a35-a694-d25ee74e3082" providerId="ADAL" clId="{329867B5-5928-5B57-B414-9AAD73D5211C}" dt="2026-02-12T14:49:46.692" v="2057" actId="12789"/>
          <ac:cxnSpMkLst>
            <pc:docMk/>
            <pc:sldMk cId="2293872936" sldId="277"/>
            <ac:cxnSpMk id="6" creationId="{F640C645-F0E8-7D6C-528B-6D73EF91AEF3}"/>
          </ac:cxnSpMkLst>
        </pc:cxnChg>
        <pc:cxnChg chg="add mod">
          <ac:chgData name="EL GHRABLI Sana" userId="3e9a2d17-abe5-4a35-a694-d25ee74e3082" providerId="ADAL" clId="{329867B5-5928-5B57-B414-9AAD73D5211C}" dt="2026-02-12T14:49:51.977" v="2060" actId="14100"/>
          <ac:cxnSpMkLst>
            <pc:docMk/>
            <pc:sldMk cId="2293872936" sldId="277"/>
            <ac:cxnSpMk id="8" creationId="{EA6FE144-2107-4ADA-C2DB-46AEF887CC6D}"/>
          </ac:cxnSpMkLst>
        </pc:cxnChg>
        <pc:cxnChg chg="add mod">
          <ac:chgData name="EL GHRABLI Sana" userId="3e9a2d17-abe5-4a35-a694-d25ee74e3082" providerId="ADAL" clId="{329867B5-5928-5B57-B414-9AAD73D5211C}" dt="2026-02-12T14:54:58.260" v="2156" actId="12788"/>
          <ac:cxnSpMkLst>
            <pc:docMk/>
            <pc:sldMk cId="2293872936" sldId="277"/>
            <ac:cxnSpMk id="13" creationId="{F0CA7344-5F9E-78C6-74BC-E0A5CDA550FC}"/>
          </ac:cxnSpMkLst>
        </pc:cxnChg>
        <pc:cxnChg chg="add mod">
          <ac:chgData name="EL GHRABLI Sana" userId="3e9a2d17-abe5-4a35-a694-d25ee74e3082" providerId="ADAL" clId="{329867B5-5928-5B57-B414-9AAD73D5211C}" dt="2026-02-12T14:54:58.260" v="2156" actId="12788"/>
          <ac:cxnSpMkLst>
            <pc:docMk/>
            <pc:sldMk cId="2293872936" sldId="277"/>
            <ac:cxnSpMk id="16" creationId="{D1DCF4A7-DF32-D410-9678-9463F753EB08}"/>
          </ac:cxnSpMkLst>
        </pc:cxnChg>
        <pc:cxnChg chg="del mod">
          <ac:chgData name="EL GHRABLI Sana" userId="3e9a2d17-abe5-4a35-a694-d25ee74e3082" providerId="ADAL" clId="{329867B5-5928-5B57-B414-9AAD73D5211C}" dt="2026-02-12T12:08:33.041" v="803" actId="478"/>
          <ac:cxnSpMkLst>
            <pc:docMk/>
            <pc:sldMk cId="2293872936" sldId="277"/>
            <ac:cxnSpMk id="162" creationId="{A561FE3C-0B64-8AAA-DA52-CC44119AFA25}"/>
          </ac:cxnSpMkLst>
        </pc:cxnChg>
        <pc:cxnChg chg="del">
          <ac:chgData name="EL GHRABLI Sana" userId="3e9a2d17-abe5-4a35-a694-d25ee74e3082" providerId="ADAL" clId="{329867B5-5928-5B57-B414-9AAD73D5211C}" dt="2026-02-12T12:08:35.664" v="804" actId="478"/>
          <ac:cxnSpMkLst>
            <pc:docMk/>
            <pc:sldMk cId="2293872936" sldId="277"/>
            <ac:cxnSpMk id="163" creationId="{6DC73E55-3183-625B-591A-AEE573FE31C4}"/>
          </ac:cxnSpMkLst>
        </pc:cxnChg>
        <pc:cxnChg chg="del mod">
          <ac:chgData name="EL GHRABLI Sana" userId="3e9a2d17-abe5-4a35-a694-d25ee74e3082" providerId="ADAL" clId="{329867B5-5928-5B57-B414-9AAD73D5211C}" dt="2026-02-12T12:08:43.965" v="805" actId="478"/>
          <ac:cxnSpMkLst>
            <pc:docMk/>
            <pc:sldMk cId="2293872936" sldId="277"/>
            <ac:cxnSpMk id="164" creationId="{B2EAA3CB-23A9-1CB1-DA8D-9D4B56A52A1F}"/>
          </ac:cxnSpMkLst>
        </pc:cxnChg>
        <pc:cxnChg chg="del">
          <ac:chgData name="EL GHRABLI Sana" userId="3e9a2d17-abe5-4a35-a694-d25ee74e3082" providerId="ADAL" clId="{329867B5-5928-5B57-B414-9AAD73D5211C}" dt="2026-02-12T12:08:46.827" v="806" actId="478"/>
          <ac:cxnSpMkLst>
            <pc:docMk/>
            <pc:sldMk cId="2293872936" sldId="277"/>
            <ac:cxnSpMk id="165" creationId="{AD4756C4-E843-76E6-8C84-7C0068347C44}"/>
          </ac:cxnSpMkLst>
        </pc:cxnChg>
        <pc:cxnChg chg="del">
          <ac:chgData name="EL GHRABLI Sana" userId="3e9a2d17-abe5-4a35-a694-d25ee74e3082" providerId="ADAL" clId="{329867B5-5928-5B57-B414-9AAD73D5211C}" dt="2026-02-12T12:08:43.965" v="805" actId="478"/>
          <ac:cxnSpMkLst>
            <pc:docMk/>
            <pc:sldMk cId="2293872936" sldId="277"/>
            <ac:cxnSpMk id="225" creationId="{DEE0C4A4-7D94-5D55-8EA8-3AED213F7B96}"/>
          </ac:cxnSpMkLst>
        </pc:cxnChg>
        <pc:cxnChg chg="del">
          <ac:chgData name="EL GHRABLI Sana" userId="3e9a2d17-abe5-4a35-a694-d25ee74e3082" providerId="ADAL" clId="{329867B5-5928-5B57-B414-9AAD73D5211C}" dt="2026-02-12T12:08:33.041" v="803" actId="478"/>
          <ac:cxnSpMkLst>
            <pc:docMk/>
            <pc:sldMk cId="2293872936" sldId="277"/>
            <ac:cxnSpMk id="226" creationId="{F634F208-3B34-A69D-F91F-9B675EE5F348}"/>
          </ac:cxnSpMkLst>
        </pc:cxnChg>
      </pc:sldChg>
      <pc:sldChg chg="addSp delSp modSp add del mod modNotesTx">
        <pc:chgData name="EL GHRABLI Sana" userId="3e9a2d17-abe5-4a35-a694-d25ee74e3082" providerId="ADAL" clId="{329867B5-5928-5B57-B414-9AAD73D5211C}" dt="2026-02-12T19:45:19.581" v="2841" actId="948"/>
        <pc:sldMkLst>
          <pc:docMk/>
          <pc:sldMk cId="1170044969" sldId="278"/>
        </pc:sldMkLst>
        <pc:spChg chg="mod">
          <ac:chgData name="EL GHRABLI Sana" userId="3e9a2d17-abe5-4a35-a694-d25ee74e3082" providerId="ADAL" clId="{329867B5-5928-5B57-B414-9AAD73D5211C}" dt="2026-02-12T19:45:19.581" v="2841" actId="948"/>
          <ac:spMkLst>
            <pc:docMk/>
            <pc:sldMk cId="1170044969" sldId="278"/>
            <ac:spMk id="2" creationId="{A402D5C3-7814-C8AE-51FD-C2CFD5E74723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3" creationId="{58266532-30FF-E979-0E90-2F40A6332883}"/>
          </ac:spMkLst>
        </pc:spChg>
        <pc:spChg chg="add del mod">
          <ac:chgData name="EL GHRABLI Sana" userId="3e9a2d17-abe5-4a35-a694-d25ee74e3082" providerId="ADAL" clId="{329867B5-5928-5B57-B414-9AAD73D5211C}" dt="2026-02-12T19:24:10.337" v="2517" actId="478"/>
          <ac:spMkLst>
            <pc:docMk/>
            <pc:sldMk cId="1170044969" sldId="278"/>
            <ac:spMk id="3" creationId="{D1DAC6D5-FFB6-AAA5-06C9-2949BDA8A285}"/>
          </ac:spMkLst>
        </pc:spChg>
        <pc:spChg chg="del">
          <ac:chgData name="EL GHRABLI Sana" userId="3e9a2d17-abe5-4a35-a694-d25ee74e3082" providerId="ADAL" clId="{329867B5-5928-5B57-B414-9AAD73D5211C}" dt="2026-02-12T13:29:54.908" v="1423" actId="478"/>
          <ac:spMkLst>
            <pc:docMk/>
            <pc:sldMk cId="1170044969" sldId="278"/>
            <ac:spMk id="4" creationId="{2E45CFDF-9D15-1EB1-ADED-EDC21F699C67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5" creationId="{82FB193E-AF49-0114-9AEF-C86B286B3EEB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6" creationId="{DF137B6C-BC16-B2BA-D916-A85F045271B5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7" creationId="{CEE7123A-1462-EA22-15BC-602A0DB98044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12" creationId="{DDB51DCE-3A6A-1FBE-D1DB-A99EE28A0961}"/>
          </ac:spMkLst>
        </pc:spChg>
        <pc:spChg chg="add mod">
          <ac:chgData name="EL GHRABLI Sana" userId="3e9a2d17-abe5-4a35-a694-d25ee74e3082" providerId="ADAL" clId="{329867B5-5928-5B57-B414-9AAD73D5211C}" dt="2026-02-12T14:46:29.095" v="1980"/>
          <ac:spMkLst>
            <pc:docMk/>
            <pc:sldMk cId="1170044969" sldId="278"/>
            <ac:spMk id="13" creationId="{D349316A-A1D0-7D95-6979-D4C9D9BE764B}"/>
          </ac:spMkLst>
        </pc:spChg>
        <pc:spChg chg="add mod">
          <ac:chgData name="EL GHRABLI Sana" userId="3e9a2d17-abe5-4a35-a694-d25ee74e3082" providerId="ADAL" clId="{329867B5-5928-5B57-B414-9AAD73D5211C}" dt="2026-02-12T15:01:03.115" v="2204" actId="1037"/>
          <ac:spMkLst>
            <pc:docMk/>
            <pc:sldMk cId="1170044969" sldId="278"/>
            <ac:spMk id="14" creationId="{30C0F774-D093-0467-728C-9F0998844A2B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14" creationId="{80716460-341C-5C1E-6D7E-A71704CFB047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15" creationId="{1E3DBEB0-78B0-A598-7192-3543E2232F44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18" creationId="{73E30E08-64B7-F83B-C652-E3165AD50570}"/>
          </ac:spMkLst>
        </pc:spChg>
        <pc:spChg chg="add mod topLvl">
          <ac:chgData name="EL GHRABLI Sana" userId="3e9a2d17-abe5-4a35-a694-d25ee74e3082" providerId="ADAL" clId="{329867B5-5928-5B57-B414-9AAD73D5211C}" dt="2026-02-12T14:38:40.980" v="1883" actId="208"/>
          <ac:spMkLst>
            <pc:docMk/>
            <pc:sldMk cId="1170044969" sldId="278"/>
            <ac:spMk id="24" creationId="{D2760999-75F1-969E-2C56-2F602EEDDBA6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26" creationId="{4607E53E-60E0-B1DB-3368-12C76E054924}"/>
          </ac:spMkLst>
        </pc:spChg>
        <pc:spChg chg="del">
          <ac:chgData name="EL GHRABLI Sana" userId="3e9a2d17-abe5-4a35-a694-d25ee74e3082" providerId="ADAL" clId="{329867B5-5928-5B57-B414-9AAD73D5211C}" dt="2026-02-12T13:05:26.595" v="1413" actId="478"/>
          <ac:spMkLst>
            <pc:docMk/>
            <pc:sldMk cId="1170044969" sldId="278"/>
            <ac:spMk id="27" creationId="{93F23013-73D8-982B-68CF-194BD0865859}"/>
          </ac:spMkLst>
        </pc:spChg>
        <pc:spChg chg="add mod">
          <ac:chgData name="EL GHRABLI Sana" userId="3e9a2d17-abe5-4a35-a694-d25ee74e3082" providerId="ADAL" clId="{329867B5-5928-5B57-B414-9AAD73D5211C}" dt="2026-02-12T14:38:24.055" v="1881" actId="207"/>
          <ac:spMkLst>
            <pc:docMk/>
            <pc:sldMk cId="1170044969" sldId="278"/>
            <ac:spMk id="28" creationId="{75385705-CE20-07F8-8AED-39DB192D809B}"/>
          </ac:spMkLst>
        </pc:spChg>
        <pc:spChg chg="add mod">
          <ac:chgData name="EL GHRABLI Sana" userId="3e9a2d17-abe5-4a35-a694-d25ee74e3082" providerId="ADAL" clId="{329867B5-5928-5B57-B414-9AAD73D5211C}" dt="2026-02-12T15:04:48.360" v="2246" actId="554"/>
          <ac:spMkLst>
            <pc:docMk/>
            <pc:sldMk cId="1170044969" sldId="278"/>
            <ac:spMk id="29" creationId="{EFFFDE9E-2E6D-68B2-F05F-5E7C5BE3A4BE}"/>
          </ac:spMkLst>
        </pc:spChg>
        <pc:spChg chg="add mod">
          <ac:chgData name="EL GHRABLI Sana" userId="3e9a2d17-abe5-4a35-a694-d25ee74e3082" providerId="ADAL" clId="{329867B5-5928-5B57-B414-9AAD73D5211C}" dt="2026-02-12T15:04:48.360" v="2246" actId="554"/>
          <ac:spMkLst>
            <pc:docMk/>
            <pc:sldMk cId="1170044969" sldId="278"/>
            <ac:spMk id="30" creationId="{BBA84755-BC3B-A88D-05D9-1FA49566FD79}"/>
          </ac:spMkLst>
        </pc:spChg>
        <pc:spChg chg="add mod">
          <ac:chgData name="EL GHRABLI Sana" userId="3e9a2d17-abe5-4a35-a694-d25ee74e3082" providerId="ADAL" clId="{329867B5-5928-5B57-B414-9AAD73D5211C}" dt="2026-02-12T15:17:37.380" v="2451" actId="113"/>
          <ac:spMkLst>
            <pc:docMk/>
            <pc:sldMk cId="1170044969" sldId="278"/>
            <ac:spMk id="31" creationId="{F9836FC8-A58C-BC7C-5915-E431E4EFF0C1}"/>
          </ac:spMkLst>
        </pc:spChg>
        <pc:spChg chg="add mod">
          <ac:chgData name="EL GHRABLI Sana" userId="3e9a2d17-abe5-4a35-a694-d25ee74e3082" providerId="ADAL" clId="{329867B5-5928-5B57-B414-9AAD73D5211C}" dt="2026-02-12T15:18:01.440" v="2457" actId="113"/>
          <ac:spMkLst>
            <pc:docMk/>
            <pc:sldMk cId="1170044969" sldId="278"/>
            <ac:spMk id="32" creationId="{28D5F927-029C-B086-13EF-4EB953BC74B4}"/>
          </ac:spMkLst>
        </pc:spChg>
        <pc:spChg chg="add del mod">
          <ac:chgData name="EL GHRABLI Sana" userId="3e9a2d17-abe5-4a35-a694-d25ee74e3082" providerId="ADAL" clId="{329867B5-5928-5B57-B414-9AAD73D5211C}" dt="2026-02-12T14:37:54.635" v="1866" actId="478"/>
          <ac:spMkLst>
            <pc:docMk/>
            <pc:sldMk cId="1170044969" sldId="278"/>
            <ac:spMk id="33" creationId="{E9CA25F1-DAAA-5832-3693-73CCD313D591}"/>
          </ac:spMkLst>
        </pc:spChg>
        <pc:spChg chg="add mod">
          <ac:chgData name="EL GHRABLI Sana" userId="3e9a2d17-abe5-4a35-a694-d25ee74e3082" providerId="ADAL" clId="{329867B5-5928-5B57-B414-9AAD73D5211C}" dt="2026-02-12T15:04:15.962" v="2242" actId="12788"/>
          <ac:spMkLst>
            <pc:docMk/>
            <pc:sldMk cId="1170044969" sldId="278"/>
            <ac:spMk id="37" creationId="{5D4A8E49-1F1D-3338-FC3E-80F3BE1D4BFE}"/>
          </ac:spMkLst>
        </pc:spChg>
        <pc:spChg chg="add mod">
          <ac:chgData name="EL GHRABLI Sana" userId="3e9a2d17-abe5-4a35-a694-d25ee74e3082" providerId="ADAL" clId="{329867B5-5928-5B57-B414-9AAD73D5211C}" dt="2026-02-12T15:03:53.459" v="2235" actId="164"/>
          <ac:spMkLst>
            <pc:docMk/>
            <pc:sldMk cId="1170044969" sldId="278"/>
            <ac:spMk id="49" creationId="{E8BBBFC9-17C7-4402-1E99-CDE039327864}"/>
          </ac:spMkLst>
        </pc:spChg>
        <pc:spChg chg="add">
          <ac:chgData name="EL GHRABLI Sana" userId="3e9a2d17-abe5-4a35-a694-d25ee74e3082" providerId="ADAL" clId="{329867B5-5928-5B57-B414-9AAD73D5211C}" dt="2026-02-12T14:41:20.199" v="1934"/>
          <ac:spMkLst>
            <pc:docMk/>
            <pc:sldMk cId="1170044969" sldId="278"/>
            <ac:spMk id="50" creationId="{6769DE8E-9C8E-873D-5CC9-40D548D9665E}"/>
          </ac:spMkLst>
        </pc:spChg>
        <pc:spChg chg="add del mod">
          <ac:chgData name="EL GHRABLI Sana" userId="3e9a2d17-abe5-4a35-a694-d25ee74e3082" providerId="ADAL" clId="{329867B5-5928-5B57-B414-9AAD73D5211C}" dt="2026-02-12T14:41:51.082" v="1947" actId="478"/>
          <ac:spMkLst>
            <pc:docMk/>
            <pc:sldMk cId="1170044969" sldId="278"/>
            <ac:spMk id="51" creationId="{B3039B6B-585F-2137-0062-98B2EB8A47A0}"/>
          </ac:spMkLst>
        </pc:spChg>
        <pc:spChg chg="add">
          <ac:chgData name="EL GHRABLI Sana" userId="3e9a2d17-abe5-4a35-a694-d25ee74e3082" providerId="ADAL" clId="{329867B5-5928-5B57-B414-9AAD73D5211C}" dt="2026-02-12T15:01:51.533" v="2210"/>
          <ac:spMkLst>
            <pc:docMk/>
            <pc:sldMk cId="1170044969" sldId="278"/>
            <ac:spMk id="52" creationId="{609C2CF8-6FF7-F6A3-55CA-84504FF7696F}"/>
          </ac:spMkLst>
        </pc:spChg>
        <pc:spChg chg="add del">
          <ac:chgData name="EL GHRABLI Sana" userId="3e9a2d17-abe5-4a35-a694-d25ee74e3082" providerId="ADAL" clId="{329867B5-5928-5B57-B414-9AAD73D5211C}" dt="2026-02-12T15:05:59.011" v="2264" actId="478"/>
          <ac:spMkLst>
            <pc:docMk/>
            <pc:sldMk cId="1170044969" sldId="278"/>
            <ac:spMk id="58" creationId="{AD600318-5246-60F6-CD09-B07713C30EE5}"/>
          </ac:spMkLst>
        </pc:spChg>
        <pc:spChg chg="add del mod">
          <ac:chgData name="EL GHRABLI Sana" userId="3e9a2d17-abe5-4a35-a694-d25ee74e3082" providerId="ADAL" clId="{329867B5-5928-5B57-B414-9AAD73D5211C}" dt="2026-02-12T15:13:21.420" v="2446" actId="478"/>
          <ac:spMkLst>
            <pc:docMk/>
            <pc:sldMk cId="1170044969" sldId="278"/>
            <ac:spMk id="59" creationId="{15BB2EB5-8981-E1F0-726F-35B329B235EC}"/>
          </ac:spMkLst>
        </pc:spChg>
        <pc:grpChg chg="add mod">
          <ac:chgData name="EL GHRABLI Sana" userId="3e9a2d17-abe5-4a35-a694-d25ee74e3082" providerId="ADAL" clId="{329867B5-5928-5B57-B414-9AAD73D5211C}" dt="2026-02-12T15:04:28.364" v="2243" actId="166"/>
          <ac:grpSpMkLst>
            <pc:docMk/>
            <pc:sldMk cId="1170044969" sldId="278"/>
            <ac:grpSpMk id="16" creationId="{03C80B3D-FBB4-AFF1-55BF-2A14A4F59D26}"/>
          </ac:grpSpMkLst>
        </pc:grpChg>
        <pc:grpChg chg="add del mod">
          <ac:chgData name="EL GHRABLI Sana" userId="3e9a2d17-abe5-4a35-a694-d25ee74e3082" providerId="ADAL" clId="{329867B5-5928-5B57-B414-9AAD73D5211C}" dt="2026-02-12T14:35:12.797" v="1762" actId="165"/>
          <ac:grpSpMkLst>
            <pc:docMk/>
            <pc:sldMk cId="1170044969" sldId="278"/>
            <ac:grpSpMk id="27" creationId="{3FFB00B0-669A-F604-1BF8-0E8D573FE094}"/>
          </ac:grpSpMkLst>
        </pc:grpChg>
        <pc:grpChg chg="add mod">
          <ac:chgData name="EL GHRABLI Sana" userId="3e9a2d17-abe5-4a35-a694-d25ee74e3082" providerId="ADAL" clId="{329867B5-5928-5B57-B414-9AAD73D5211C}" dt="2026-02-12T14:36:39.830" v="1801" actId="164"/>
          <ac:grpSpMkLst>
            <pc:docMk/>
            <pc:sldMk cId="1170044969" sldId="278"/>
            <ac:grpSpMk id="38" creationId="{2E981B2E-7065-FC10-722D-2B3A26B72BE5}"/>
          </ac:grpSpMkLst>
        </pc:grpChg>
        <pc:grpChg chg="add mod">
          <ac:chgData name="EL GHRABLI Sana" userId="3e9a2d17-abe5-4a35-a694-d25ee74e3082" providerId="ADAL" clId="{329867B5-5928-5B57-B414-9AAD73D5211C}" dt="2026-02-12T15:04:15.962" v="2242" actId="12788"/>
          <ac:grpSpMkLst>
            <pc:docMk/>
            <pc:sldMk cId="1170044969" sldId="278"/>
            <ac:grpSpMk id="39" creationId="{207E45BA-2A03-4D3D-87F3-C0AB1FDEBFD0}"/>
          </ac:grpSpMkLst>
        </pc:grpChg>
        <pc:grpChg chg="add mod">
          <ac:chgData name="EL GHRABLI Sana" userId="3e9a2d17-abe5-4a35-a694-d25ee74e3082" providerId="ADAL" clId="{329867B5-5928-5B57-B414-9AAD73D5211C}" dt="2026-02-12T15:04:15.962" v="2242" actId="12788"/>
          <ac:grpSpMkLst>
            <pc:docMk/>
            <pc:sldMk cId="1170044969" sldId="278"/>
            <ac:grpSpMk id="53" creationId="{952046D1-7AF4-F660-6037-B18ED82BC373}"/>
          </ac:grpSpMkLst>
        </pc:grpChg>
        <pc:picChg chg="add mod">
          <ac:chgData name="EL GHRABLI Sana" userId="3e9a2d17-abe5-4a35-a694-d25ee74e3082" providerId="ADAL" clId="{329867B5-5928-5B57-B414-9AAD73D5211C}" dt="2026-02-12T14:46:29.095" v="1980"/>
          <ac:picMkLst>
            <pc:docMk/>
            <pc:sldMk cId="1170044969" sldId="278"/>
            <ac:picMk id="15" creationId="{9196B638-F068-3D2C-CA5F-186A5C2F4991}"/>
          </ac:picMkLst>
        </pc:picChg>
        <pc:picChg chg="add mod topLvl">
          <ac:chgData name="EL GHRABLI Sana" userId="3e9a2d17-abe5-4a35-a694-d25ee74e3082" providerId="ADAL" clId="{329867B5-5928-5B57-B414-9AAD73D5211C}" dt="2026-02-12T14:38:33.946" v="1882" actId="207"/>
          <ac:picMkLst>
            <pc:docMk/>
            <pc:sldMk cId="1170044969" sldId="278"/>
            <ac:picMk id="26" creationId="{DFF44770-F80A-A51C-7BF5-533BB718AEB8}"/>
          </ac:picMkLst>
        </pc:picChg>
        <pc:picChg chg="add mod">
          <ac:chgData name="EL GHRABLI Sana" userId="3e9a2d17-abe5-4a35-a694-d25ee74e3082" providerId="ADAL" clId="{329867B5-5928-5B57-B414-9AAD73D5211C}" dt="2026-02-12T15:03:53.459" v="2235" actId="164"/>
          <ac:picMkLst>
            <pc:docMk/>
            <pc:sldMk cId="1170044969" sldId="278"/>
            <ac:picMk id="48" creationId="{092FF869-0325-9916-5E0A-9F6538FA4F21}"/>
          </ac:picMkLst>
        </pc:picChg>
        <pc:cxnChg chg="add mod">
          <ac:chgData name="EL GHRABLI Sana" userId="3e9a2d17-abe5-4a35-a694-d25ee74e3082" providerId="ADAL" clId="{329867B5-5928-5B57-B414-9AAD73D5211C}" dt="2026-02-12T15:05:02.978" v="2247" actId="14100"/>
          <ac:cxnSpMkLst>
            <pc:docMk/>
            <pc:sldMk cId="1170044969" sldId="278"/>
            <ac:cxnSpMk id="5" creationId="{953E8045-6E8A-A0DB-5BC0-0682FFC34381}"/>
          </ac:cxnSpMkLst>
        </pc:cxnChg>
        <pc:cxnChg chg="add mod">
          <ac:chgData name="EL GHRABLI Sana" userId="3e9a2d17-abe5-4a35-a694-d25ee74e3082" providerId="ADAL" clId="{329867B5-5928-5B57-B414-9AAD73D5211C}" dt="2026-02-12T15:05:20.466" v="2260" actId="1035"/>
          <ac:cxnSpMkLst>
            <pc:docMk/>
            <pc:sldMk cId="1170044969" sldId="278"/>
            <ac:cxnSpMk id="6" creationId="{AC077CA1-706A-B55F-A3B1-D32E8EE7F9D8}"/>
          </ac:cxnSpMkLst>
        </pc:cxnChg>
        <pc:cxnChg chg="add mod">
          <ac:chgData name="EL GHRABLI Sana" userId="3e9a2d17-abe5-4a35-a694-d25ee74e3082" providerId="ADAL" clId="{329867B5-5928-5B57-B414-9AAD73D5211C}" dt="2026-02-12T15:04:34.328" v="2244" actId="14100"/>
          <ac:cxnSpMkLst>
            <pc:docMk/>
            <pc:sldMk cId="1170044969" sldId="278"/>
            <ac:cxnSpMk id="7" creationId="{72AC2E74-3CBF-8239-04FD-48A3A804E0FE}"/>
          </ac:cxnSpMkLst>
        </pc:cxnChg>
        <pc:cxnChg chg="add del mod">
          <ac:chgData name="EL GHRABLI Sana" userId="3e9a2d17-abe5-4a35-a694-d25ee74e3082" providerId="ADAL" clId="{329867B5-5928-5B57-B414-9AAD73D5211C}" dt="2026-02-12T13:32:30.682" v="1462" actId="478"/>
          <ac:cxnSpMkLst>
            <pc:docMk/>
            <pc:sldMk cId="1170044969" sldId="278"/>
            <ac:cxnSpMk id="8" creationId="{B1626592-A158-A566-85AC-5D6AB0BDD273}"/>
          </ac:cxnSpMkLst>
        </pc:cxnChg>
        <pc:cxnChg chg="add mod">
          <ac:chgData name="EL GHRABLI Sana" userId="3e9a2d17-abe5-4a35-a694-d25ee74e3082" providerId="ADAL" clId="{329867B5-5928-5B57-B414-9AAD73D5211C}" dt="2026-02-12T14:42:25.691" v="1960" actId="1036"/>
          <ac:cxnSpMkLst>
            <pc:docMk/>
            <pc:sldMk cId="1170044969" sldId="278"/>
            <ac:cxnSpMk id="17" creationId="{812721ED-4B3B-C4B2-803E-D4CDB152BA57}"/>
          </ac:cxnSpMkLst>
        </pc:cxnChg>
      </pc:sldChg>
      <pc:sldChg chg="addSp delSp modSp del mod">
        <pc:chgData name="EL GHRABLI Sana" userId="3e9a2d17-abe5-4a35-a694-d25ee74e3082" providerId="ADAL" clId="{329867B5-5928-5B57-B414-9AAD73D5211C}" dt="2026-02-12T19:37:32.477" v="2798" actId="2696"/>
        <pc:sldMkLst>
          <pc:docMk/>
          <pc:sldMk cId="45071937" sldId="279"/>
        </pc:sldMkLst>
        <pc:spChg chg="del">
          <ac:chgData name="EL GHRABLI Sana" userId="3e9a2d17-abe5-4a35-a694-d25ee74e3082" providerId="ADAL" clId="{329867B5-5928-5B57-B414-9AAD73D5211C}" dt="2026-02-12T19:31:40.806" v="2717" actId="478"/>
          <ac:spMkLst>
            <pc:docMk/>
            <pc:sldMk cId="45071937" sldId="279"/>
            <ac:spMk id="6" creationId="{1C292D13-B521-CEB3-7DB6-F3EF0A5BF7C0}"/>
          </ac:spMkLst>
        </pc:spChg>
        <pc:spChg chg="add mod">
          <ac:chgData name="EL GHRABLI Sana" userId="3e9a2d17-abe5-4a35-a694-d25ee74e3082" providerId="ADAL" clId="{329867B5-5928-5B57-B414-9AAD73D5211C}" dt="2026-02-12T19:31:45.343" v="2728" actId="20577"/>
          <ac:spMkLst>
            <pc:docMk/>
            <pc:sldMk cId="45071937" sldId="279"/>
            <ac:spMk id="11" creationId="{03A8E682-0352-38E7-6B17-1645264EE8CE}"/>
          </ac:spMkLst>
        </pc:spChg>
        <pc:spChg chg="add del mod">
          <ac:chgData name="EL GHRABLI Sana" userId="3e9a2d17-abe5-4a35-a694-d25ee74e3082" providerId="ADAL" clId="{329867B5-5928-5B57-B414-9AAD73D5211C}" dt="2026-02-12T19:32:47.877" v="2731"/>
          <ac:spMkLst>
            <pc:docMk/>
            <pc:sldMk cId="45071937" sldId="279"/>
            <ac:spMk id="12" creationId="{744C599B-78EC-4866-494E-A10F4A6B2BBC}"/>
          </ac:spMkLst>
        </pc:spChg>
        <pc:picChg chg="mod">
          <ac:chgData name="EL GHRABLI Sana" userId="3e9a2d17-abe5-4a35-a694-d25ee74e3082" providerId="ADAL" clId="{329867B5-5928-5B57-B414-9AAD73D5211C}" dt="2026-02-12T19:36:38.270" v="2782" actId="1076"/>
          <ac:picMkLst>
            <pc:docMk/>
            <pc:sldMk cId="45071937" sldId="279"/>
            <ac:picMk id="7" creationId="{4BB3D3D9-BC87-C2DB-5CA9-5AA608A1E4EF}"/>
          </ac:picMkLst>
        </pc:picChg>
        <pc:picChg chg="mod">
          <ac:chgData name="EL GHRABLI Sana" userId="3e9a2d17-abe5-4a35-a694-d25ee74e3082" providerId="ADAL" clId="{329867B5-5928-5B57-B414-9AAD73D5211C}" dt="2026-02-12T19:36:38.270" v="2782" actId="1076"/>
          <ac:picMkLst>
            <pc:docMk/>
            <pc:sldMk cId="45071937" sldId="279"/>
            <ac:picMk id="10" creationId="{3559846D-BBD3-C2D8-F5E6-86E0DE930A9B}"/>
          </ac:picMkLst>
        </pc:picChg>
      </pc:sldChg>
      <pc:sldChg chg="addSp delSp modSp add mod">
        <pc:chgData name="EL GHRABLI Sana" userId="3e9a2d17-abe5-4a35-a694-d25ee74e3082" providerId="ADAL" clId="{329867B5-5928-5B57-B414-9AAD73D5211C}" dt="2026-02-12T14:53:05.508" v="2106" actId="12788"/>
        <pc:sldMkLst>
          <pc:docMk/>
          <pc:sldMk cId="721493853" sldId="286"/>
        </pc:sldMkLst>
        <pc:spChg chg="mod">
          <ac:chgData name="EL GHRABLI Sana" userId="3e9a2d17-abe5-4a35-a694-d25ee74e3082" providerId="ADAL" clId="{329867B5-5928-5B57-B414-9AAD73D5211C}" dt="2026-02-12T14:50:45.390" v="2090" actId="1036"/>
          <ac:spMkLst>
            <pc:docMk/>
            <pc:sldMk cId="721493853" sldId="286"/>
            <ac:spMk id="2" creationId="{FB48E02F-8137-A977-D3A8-BC22EE43C626}"/>
          </ac:spMkLst>
        </pc:spChg>
        <pc:spChg chg="mod">
          <ac:chgData name="EL GHRABLI Sana" userId="3e9a2d17-abe5-4a35-a694-d25ee74e3082" providerId="ADAL" clId="{329867B5-5928-5B57-B414-9AAD73D5211C}" dt="2026-02-12T14:50:51.024" v="2101" actId="20577"/>
          <ac:spMkLst>
            <pc:docMk/>
            <pc:sldMk cId="721493853" sldId="286"/>
            <ac:spMk id="6" creationId="{242ECB52-0366-9F10-178F-61C5E7171EDC}"/>
          </ac:spMkLst>
        </pc:spChg>
        <pc:spChg chg="del">
          <ac:chgData name="EL GHRABLI Sana" userId="3e9a2d17-abe5-4a35-a694-d25ee74e3082" providerId="ADAL" clId="{329867B5-5928-5B57-B414-9AAD73D5211C}" dt="2026-02-12T14:50:40.137" v="2067" actId="478"/>
          <ac:spMkLst>
            <pc:docMk/>
            <pc:sldMk cId="721493853" sldId="286"/>
            <ac:spMk id="9" creationId="{BAADA22E-445E-B8EB-3D85-8697C150D710}"/>
          </ac:spMkLst>
        </pc:spChg>
        <pc:picChg chg="add del">
          <ac:chgData name="EL GHRABLI Sana" userId="3e9a2d17-abe5-4a35-a694-d25ee74e3082" providerId="ADAL" clId="{329867B5-5928-5B57-B414-9AAD73D5211C}" dt="2026-02-12T14:50:37.470" v="2066" actId="478"/>
          <ac:picMkLst>
            <pc:docMk/>
            <pc:sldMk cId="721493853" sldId="286"/>
            <ac:picMk id="7" creationId="{5931D6D7-84FF-2AED-96D0-97F492F8D32B}"/>
          </ac:picMkLst>
        </pc:picChg>
        <pc:picChg chg="mod">
          <ac:chgData name="EL GHRABLI Sana" userId="3e9a2d17-abe5-4a35-a694-d25ee74e3082" providerId="ADAL" clId="{329867B5-5928-5B57-B414-9AAD73D5211C}" dt="2026-02-12T14:50:45.390" v="2090" actId="1036"/>
          <ac:picMkLst>
            <pc:docMk/>
            <pc:sldMk cId="721493853" sldId="286"/>
            <ac:picMk id="8" creationId="{95E7DE5F-4038-EA7B-8179-F8BE89CE6EE0}"/>
          </ac:picMkLst>
        </pc:picChg>
        <pc:picChg chg="mod">
          <ac:chgData name="EL GHRABLI Sana" userId="3e9a2d17-abe5-4a35-a694-d25ee74e3082" providerId="ADAL" clId="{329867B5-5928-5B57-B414-9AAD73D5211C}" dt="2026-02-12T14:50:45.390" v="2090" actId="1036"/>
          <ac:picMkLst>
            <pc:docMk/>
            <pc:sldMk cId="721493853" sldId="286"/>
            <ac:picMk id="10" creationId="{24292EA4-6F05-2310-FD56-3BE8AC1FC9D9}"/>
          </ac:picMkLst>
        </pc:picChg>
        <pc:picChg chg="add mod">
          <ac:chgData name="EL GHRABLI Sana" userId="3e9a2d17-abe5-4a35-a694-d25ee74e3082" providerId="ADAL" clId="{329867B5-5928-5B57-B414-9AAD73D5211C}" dt="2026-02-12T14:53:05.508" v="2106" actId="12788"/>
          <ac:picMkLst>
            <pc:docMk/>
            <pc:sldMk cId="721493853" sldId="286"/>
            <ac:picMk id="11" creationId="{7BAF4ACF-A6C0-1267-DA3A-9E9ACF4E05EC}"/>
          </ac:picMkLst>
        </pc:picChg>
      </pc:sldChg>
      <pc:sldChg chg="addSp delSp modSp add mod modNotesTx">
        <pc:chgData name="EL GHRABLI Sana" userId="3e9a2d17-abe5-4a35-a694-d25ee74e3082" providerId="ADAL" clId="{329867B5-5928-5B57-B414-9AAD73D5211C}" dt="2026-02-12T19:37:26.563" v="2797" actId="12788"/>
        <pc:sldMkLst>
          <pc:docMk/>
          <pc:sldMk cId="2672722694" sldId="287"/>
        </pc:sldMkLst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2" creationId="{6530E2D4-CF20-C0E5-C341-9719D202CD0C}"/>
          </ac:spMkLst>
        </pc:spChg>
        <pc:spChg chg="del">
          <ac:chgData name="EL GHRABLI Sana" userId="3e9a2d17-abe5-4a35-a694-d25ee74e3082" providerId="ADAL" clId="{329867B5-5928-5B57-B414-9AAD73D5211C}" dt="2026-02-12T19:35:21.892" v="2764" actId="478"/>
          <ac:spMkLst>
            <pc:docMk/>
            <pc:sldMk cId="2672722694" sldId="287"/>
            <ac:spMk id="4" creationId="{95BDB974-AD44-5984-A540-4D94285854BB}"/>
          </ac:spMkLst>
        </pc:spChg>
        <pc:spChg chg="add mod">
          <ac:chgData name="EL GHRABLI Sana" userId="3e9a2d17-abe5-4a35-a694-d25ee74e3082" providerId="ADAL" clId="{329867B5-5928-5B57-B414-9AAD73D5211C}" dt="2026-02-12T19:37:26.563" v="2797" actId="12788"/>
          <ac:spMkLst>
            <pc:docMk/>
            <pc:sldMk cId="2672722694" sldId="287"/>
            <ac:spMk id="5" creationId="{419480CF-F77B-5316-312F-6DA72788C393}"/>
          </ac:spMkLst>
        </pc:spChg>
        <pc:spChg chg="add del mod">
          <ac:chgData name="EL GHRABLI Sana" userId="3e9a2d17-abe5-4a35-a694-d25ee74e3082" providerId="ADAL" clId="{329867B5-5928-5B57-B414-9AAD73D5211C}" dt="2026-02-12T19:36:20.676" v="2779" actId="478"/>
          <ac:spMkLst>
            <pc:docMk/>
            <pc:sldMk cId="2672722694" sldId="287"/>
            <ac:spMk id="6" creationId="{FC939527-45D3-CE5B-6E46-A7E6273D1E88}"/>
          </ac:spMkLst>
        </pc:spChg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8" creationId="{10745013-8297-7B75-C4C1-4D4AFDBE8802}"/>
          </ac:spMkLst>
        </pc:spChg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13" creationId="{7D540562-CE10-E072-5D26-1E824907CFB7}"/>
          </ac:spMkLst>
        </pc:spChg>
        <pc:spChg chg="add mod">
          <ac:chgData name="EL GHRABLI Sana" userId="3e9a2d17-abe5-4a35-a694-d25ee74e3082" providerId="ADAL" clId="{329867B5-5928-5B57-B414-9AAD73D5211C}" dt="2026-02-12T19:37:26.563" v="2797" actId="12788"/>
          <ac:spMkLst>
            <pc:docMk/>
            <pc:sldMk cId="2672722694" sldId="287"/>
            <ac:spMk id="15" creationId="{928DF452-B6FD-ABC6-AD2D-4A51E6BA87D3}"/>
          </ac:spMkLst>
        </pc:spChg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16" creationId="{31541446-CAF0-E814-D3A0-2C60D7892C05}"/>
          </ac:spMkLst>
        </pc:spChg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18" creationId="{3E9E9B22-3D59-964C-CEBB-3955FB9774B9}"/>
          </ac:spMkLst>
        </pc:spChg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21" creationId="{D7B32782-8F2E-7CFC-2763-52191DF1FEA4}"/>
          </ac:spMkLst>
        </pc:spChg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23" creationId="{32DFCF26-E295-AC74-37D6-DD2A228E77EE}"/>
          </ac:spMkLst>
        </pc:spChg>
        <pc:spChg chg="add mod">
          <ac:chgData name="EL GHRABLI Sana" userId="3e9a2d17-abe5-4a35-a694-d25ee74e3082" providerId="ADAL" clId="{329867B5-5928-5B57-B414-9AAD73D5211C}" dt="2026-02-12T19:37:13.041" v="2793" actId="12789"/>
          <ac:spMkLst>
            <pc:docMk/>
            <pc:sldMk cId="2672722694" sldId="287"/>
            <ac:spMk id="25" creationId="{4F63AD61-A858-DD42-FFB2-0CFFA99FD5D3}"/>
          </ac:spMkLst>
        </pc:spChg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26" creationId="{EF694EB3-4F79-CBA9-995E-4CCA625F1211}"/>
          </ac:spMkLst>
        </pc:spChg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30" creationId="{84D2B0B5-A2C6-F6EE-25CA-2B7032058E46}"/>
          </ac:spMkLst>
        </pc:spChg>
        <pc:spChg chg="del">
          <ac:chgData name="EL GHRABLI Sana" userId="3e9a2d17-abe5-4a35-a694-d25ee74e3082" providerId="ADAL" clId="{329867B5-5928-5B57-B414-9AAD73D5211C}" dt="2026-02-12T19:32:56.764" v="2734" actId="478"/>
          <ac:spMkLst>
            <pc:docMk/>
            <pc:sldMk cId="2672722694" sldId="287"/>
            <ac:spMk id="48" creationId="{C0B1AF63-5F8A-2D55-1961-D755F9819F42}"/>
          </ac:spMkLst>
        </pc:spChg>
        <pc:picChg chg="add mod modCrop">
          <ac:chgData name="EL GHRABLI Sana" userId="3e9a2d17-abe5-4a35-a694-d25ee74e3082" providerId="ADAL" clId="{329867B5-5928-5B57-B414-9AAD73D5211C}" dt="2026-02-12T19:36:27.623" v="2780" actId="29295"/>
          <ac:picMkLst>
            <pc:docMk/>
            <pc:sldMk cId="2672722694" sldId="287"/>
            <ac:picMk id="12" creationId="{63C04B7C-2F0C-269B-6EB7-AAB40A0618F8}"/>
          </ac:picMkLst>
        </pc:picChg>
        <pc:picChg chg="add del mod">
          <ac:chgData name="EL GHRABLI Sana" userId="3e9a2d17-abe5-4a35-a694-d25ee74e3082" providerId="ADAL" clId="{329867B5-5928-5B57-B414-9AAD73D5211C}" dt="2026-02-12T19:36:46.667" v="2784" actId="478"/>
          <ac:picMkLst>
            <pc:docMk/>
            <pc:sldMk cId="2672722694" sldId="287"/>
            <ac:picMk id="24" creationId="{874B4947-76B6-A39C-A201-AA43DF0184F5}"/>
          </ac:picMkLst>
        </pc:picChg>
        <pc:picChg chg="add mod">
          <ac:chgData name="EL GHRABLI Sana" userId="3e9a2d17-abe5-4a35-a694-d25ee74e3082" providerId="ADAL" clId="{329867B5-5928-5B57-B414-9AAD73D5211C}" dt="2026-02-12T19:37:13.041" v="2793" actId="12789"/>
          <ac:picMkLst>
            <pc:docMk/>
            <pc:sldMk cId="2672722694" sldId="287"/>
            <ac:picMk id="31" creationId="{D8A1F90E-68E9-22B3-0C06-6AC772AC4451}"/>
          </ac:picMkLst>
        </pc:picChg>
        <pc:picChg chg="add mod">
          <ac:chgData name="EL GHRABLI Sana" userId="3e9a2d17-abe5-4a35-a694-d25ee74e3082" providerId="ADAL" clId="{329867B5-5928-5B57-B414-9AAD73D5211C}" dt="2026-02-12T19:37:13.041" v="2793" actId="12789"/>
          <ac:picMkLst>
            <pc:docMk/>
            <pc:sldMk cId="2672722694" sldId="287"/>
            <ac:picMk id="32" creationId="{FD34B647-3583-2FC8-1DCC-D14578749718}"/>
          </ac:picMkLst>
        </pc:picChg>
      </pc:sldChg>
    </pc:docChg>
  </pc:docChgLst>
  <pc:docChgLst>
    <pc:chgData name="MOUTAL Jules" userId="S::jules.moutal@edhec.com::708a7e9e-dbef-4d56-8913-a9acce4fbd1a" providerId="AD" clId="Web-{4E03DE4F-06E0-FBC8-BEAC-9669262C90C5}"/>
    <pc:docChg chg="modSld">
      <pc:chgData name="MOUTAL Jules" userId="S::jules.moutal@edhec.com::708a7e9e-dbef-4d56-8913-a9acce4fbd1a" providerId="AD" clId="Web-{4E03DE4F-06E0-FBC8-BEAC-9669262C90C5}" dt="2026-02-09T18:50:35.834" v="214" actId="20577"/>
      <pc:docMkLst>
        <pc:docMk/>
      </pc:docMkLst>
    </pc:docChg>
  </pc:docChgLst>
  <pc:docChgLst>
    <pc:chgData name="SCHNEEBERGER Linus" userId="S::linus.schneeberger@edhec.com::6f0a5453-1888-45a0-bf13-801e5025d94c" providerId="AD" clId="Web-{1E7BB971-6E3C-A2B9-D49F-EF9C4F32FCFB}"/>
    <pc:docChg chg="addSld modSld sldOrd">
      <pc:chgData name="SCHNEEBERGER Linus" userId="S::linus.schneeberger@edhec.com::6f0a5453-1888-45a0-bf13-801e5025d94c" providerId="AD" clId="Web-{1E7BB971-6E3C-A2B9-D49F-EF9C4F32FCFB}" dt="2026-02-12T14:44:03.953" v="109" actId="1076"/>
      <pc:docMkLst>
        <pc:docMk/>
      </pc:docMkLst>
      <pc:sldChg chg="addSp modSp">
        <pc:chgData name="SCHNEEBERGER Linus" userId="S::linus.schneeberger@edhec.com::6f0a5453-1888-45a0-bf13-801e5025d94c" providerId="AD" clId="Web-{1E7BB971-6E3C-A2B9-D49F-EF9C4F32FCFB}" dt="2026-02-12T14:35:04.819" v="11" actId="1076"/>
        <pc:sldMkLst>
          <pc:docMk/>
          <pc:sldMk cId="3784089036" sldId="256"/>
        </pc:sldMkLst>
        <pc:spChg chg="add mod">
          <ac:chgData name="SCHNEEBERGER Linus" userId="S::linus.schneeberger@edhec.com::6f0a5453-1888-45a0-bf13-801e5025d94c" providerId="AD" clId="Web-{1E7BB971-6E3C-A2B9-D49F-EF9C4F32FCFB}" dt="2026-02-12T14:35:04.819" v="11" actId="1076"/>
          <ac:spMkLst>
            <pc:docMk/>
            <pc:sldMk cId="3784089036" sldId="256"/>
            <ac:spMk id="9" creationId="{2C5D76DD-E24E-86C0-C963-981E283B1119}"/>
          </ac:spMkLst>
        </pc:spChg>
      </pc:sldChg>
      <pc:sldChg chg="ord">
        <pc:chgData name="SCHNEEBERGER Linus" userId="S::linus.schneeberger@edhec.com::6f0a5453-1888-45a0-bf13-801e5025d94c" providerId="AD" clId="Web-{1E7BB971-6E3C-A2B9-D49F-EF9C4F32FCFB}" dt="2026-02-12T14:36:00.163" v="21"/>
        <pc:sldMkLst>
          <pc:docMk/>
          <pc:sldMk cId="1065647304" sldId="276"/>
        </pc:sldMkLst>
      </pc:sldChg>
      <pc:sldChg chg="delSp modSp add ord replId">
        <pc:chgData name="SCHNEEBERGER Linus" userId="S::linus.schneeberger@edhec.com::6f0a5453-1888-45a0-bf13-801e5025d94c" providerId="AD" clId="Web-{1E7BB971-6E3C-A2B9-D49F-EF9C4F32FCFB}" dt="2026-02-12T14:35:55.788" v="20" actId="1076"/>
        <pc:sldMkLst>
          <pc:docMk/>
          <pc:sldMk cId="45071937" sldId="279"/>
        </pc:sldMkLst>
        <pc:spChg chg="del">
          <ac:chgData name="SCHNEEBERGER Linus" userId="S::linus.schneeberger@edhec.com::6f0a5453-1888-45a0-bf13-801e5025d94c" providerId="AD" clId="Web-{1E7BB971-6E3C-A2B9-D49F-EF9C4F32FCFB}" dt="2026-02-12T14:35:51.538" v="19"/>
          <ac:spMkLst>
            <pc:docMk/>
            <pc:sldMk cId="45071937" sldId="279"/>
            <ac:spMk id="3" creationId="{604FD101-40A6-7373-EFE7-27C7B1431F68}"/>
          </ac:spMkLst>
        </pc:spChg>
        <pc:spChg chg="mod">
          <ac:chgData name="SCHNEEBERGER Linus" userId="S::linus.schneeberger@edhec.com::6f0a5453-1888-45a0-bf13-801e5025d94c" providerId="AD" clId="Web-{1E7BB971-6E3C-A2B9-D49F-EF9C4F32FCFB}" dt="2026-02-12T14:35:55.788" v="20" actId="1076"/>
          <ac:spMkLst>
            <pc:docMk/>
            <pc:sldMk cId="45071937" sldId="279"/>
            <ac:spMk id="6" creationId="{1C292D13-B521-CEB3-7DB6-F3EF0A5BF7C0}"/>
          </ac:spMkLst>
        </pc:spChg>
      </pc:sldChg>
      <pc:sldChg chg="modSp add ord replId">
        <pc:chgData name="SCHNEEBERGER Linus" userId="S::linus.schneeberger@edhec.com::6f0a5453-1888-45a0-bf13-801e5025d94c" providerId="AD" clId="Web-{1E7BB971-6E3C-A2B9-D49F-EF9C4F32FCFB}" dt="2026-02-12T14:37:53.790" v="47" actId="20577"/>
        <pc:sldMkLst>
          <pc:docMk/>
          <pc:sldMk cId="1236283483" sldId="280"/>
        </pc:sldMkLst>
        <pc:spChg chg="mod">
          <ac:chgData name="SCHNEEBERGER Linus" userId="S::linus.schneeberger@edhec.com::6f0a5453-1888-45a0-bf13-801e5025d94c" providerId="AD" clId="Web-{1E7BB971-6E3C-A2B9-D49F-EF9C4F32FCFB}" dt="2026-02-12T14:37:53.790" v="47" actId="20577"/>
          <ac:spMkLst>
            <pc:docMk/>
            <pc:sldMk cId="1236283483" sldId="280"/>
            <ac:spMk id="2" creationId="{76009D55-EC6E-BAD5-AC41-A38CB0FAF6F0}"/>
          </ac:spMkLst>
        </pc:spChg>
      </pc:sldChg>
      <pc:sldChg chg="modSp add ord replId">
        <pc:chgData name="SCHNEEBERGER Linus" userId="S::linus.schneeberger@edhec.com::6f0a5453-1888-45a0-bf13-801e5025d94c" providerId="AD" clId="Web-{1E7BB971-6E3C-A2B9-D49F-EF9C4F32FCFB}" dt="2026-02-12T14:38:05.305" v="56" actId="20577"/>
        <pc:sldMkLst>
          <pc:docMk/>
          <pc:sldMk cId="440157095" sldId="281"/>
        </pc:sldMkLst>
        <pc:spChg chg="mod">
          <ac:chgData name="SCHNEEBERGER Linus" userId="S::linus.schneeberger@edhec.com::6f0a5453-1888-45a0-bf13-801e5025d94c" providerId="AD" clId="Web-{1E7BB971-6E3C-A2B9-D49F-EF9C4F32FCFB}" dt="2026-02-12T14:38:05.305" v="56" actId="20577"/>
          <ac:spMkLst>
            <pc:docMk/>
            <pc:sldMk cId="440157095" sldId="281"/>
            <ac:spMk id="2" creationId="{0A9B5034-B6F0-EDA1-3351-113819B91238}"/>
          </ac:spMkLst>
        </pc:spChg>
      </pc:sldChg>
      <pc:sldChg chg="modSp add replId">
        <pc:chgData name="SCHNEEBERGER Linus" userId="S::linus.schneeberger@edhec.com::6f0a5453-1888-45a0-bf13-801e5025d94c" providerId="AD" clId="Web-{1E7BB971-6E3C-A2B9-D49F-EF9C4F32FCFB}" dt="2026-02-12T14:38:13.228" v="64" actId="20577"/>
        <pc:sldMkLst>
          <pc:docMk/>
          <pc:sldMk cId="2573007795" sldId="282"/>
        </pc:sldMkLst>
        <pc:spChg chg="mod">
          <ac:chgData name="SCHNEEBERGER Linus" userId="S::linus.schneeberger@edhec.com::6f0a5453-1888-45a0-bf13-801e5025d94c" providerId="AD" clId="Web-{1E7BB971-6E3C-A2B9-D49F-EF9C4F32FCFB}" dt="2026-02-12T14:38:13.228" v="64" actId="20577"/>
          <ac:spMkLst>
            <pc:docMk/>
            <pc:sldMk cId="2573007795" sldId="282"/>
            <ac:spMk id="2" creationId="{A2BCC413-EDCE-68EA-B3FA-E617E9A8D6A3}"/>
          </ac:spMkLst>
        </pc:spChg>
      </pc:sldChg>
      <pc:sldChg chg="addSp delSp modSp add replId">
        <pc:chgData name="SCHNEEBERGER Linus" userId="S::linus.schneeberger@edhec.com::6f0a5453-1888-45a0-bf13-801e5025d94c" providerId="AD" clId="Web-{1E7BB971-6E3C-A2B9-D49F-EF9C4F32FCFB}" dt="2026-02-12T14:40:38.963" v="80" actId="1076"/>
        <pc:sldMkLst>
          <pc:docMk/>
          <pc:sldMk cId="3510766826" sldId="283"/>
        </pc:sldMkLst>
        <pc:spChg chg="mod">
          <ac:chgData name="SCHNEEBERGER Linus" userId="S::linus.schneeberger@edhec.com::6f0a5453-1888-45a0-bf13-801e5025d94c" providerId="AD" clId="Web-{1E7BB971-6E3C-A2B9-D49F-EF9C4F32FCFB}" dt="2026-02-12T14:38:21.727" v="73" actId="20577"/>
          <ac:spMkLst>
            <pc:docMk/>
            <pc:sldMk cId="3510766826" sldId="283"/>
            <ac:spMk id="2" creationId="{57DFC474-6845-91EB-9E03-4C9CF9398CCD}"/>
          </ac:spMkLst>
        </pc:spChg>
        <pc:spChg chg="del">
          <ac:chgData name="SCHNEEBERGER Linus" userId="S::linus.schneeberger@edhec.com::6f0a5453-1888-45a0-bf13-801e5025d94c" providerId="AD" clId="Web-{1E7BB971-6E3C-A2B9-D49F-EF9C4F32FCFB}" dt="2026-02-12T14:39:02.368" v="74"/>
          <ac:spMkLst>
            <pc:docMk/>
            <pc:sldMk cId="3510766826" sldId="283"/>
            <ac:spMk id="5" creationId="{114220A9-EF9F-9325-19EA-FBED4ED8726C}"/>
          </ac:spMkLst>
        </pc:spChg>
        <pc:picChg chg="add mod">
          <ac:chgData name="SCHNEEBERGER Linus" userId="S::linus.schneeberger@edhec.com::6f0a5453-1888-45a0-bf13-801e5025d94c" providerId="AD" clId="Web-{1E7BB971-6E3C-A2B9-D49F-EF9C4F32FCFB}" dt="2026-02-12T14:40:38.963" v="80" actId="1076"/>
          <ac:picMkLst>
            <pc:docMk/>
            <pc:sldMk cId="3510766826" sldId="283"/>
            <ac:picMk id="3" creationId="{DEA57CAE-ECC8-ABB5-5832-27729D62642E}"/>
          </ac:picMkLst>
        </pc:picChg>
      </pc:sldChg>
      <pc:sldChg chg="addSp delSp modSp add replId">
        <pc:chgData name="SCHNEEBERGER Linus" userId="S::linus.schneeberger@edhec.com::6f0a5453-1888-45a0-bf13-801e5025d94c" providerId="AD" clId="Web-{1E7BB971-6E3C-A2B9-D49F-EF9C4F32FCFB}" dt="2026-02-12T14:44:03.953" v="109" actId="1076"/>
        <pc:sldMkLst>
          <pc:docMk/>
          <pc:sldMk cId="207632662" sldId="284"/>
        </pc:sldMkLst>
        <pc:spChg chg="mod">
          <ac:chgData name="SCHNEEBERGER Linus" userId="S::linus.schneeberger@edhec.com::6f0a5453-1888-45a0-bf13-801e5025d94c" providerId="AD" clId="Web-{1E7BB971-6E3C-A2B9-D49F-EF9C4F32FCFB}" dt="2026-02-12T14:42:19.448" v="85" actId="20577"/>
          <ac:spMkLst>
            <pc:docMk/>
            <pc:sldMk cId="207632662" sldId="284"/>
            <ac:spMk id="2" creationId="{ACE8F81D-34B5-4DE9-E089-B30A0A4F4D6E}"/>
          </ac:spMkLst>
        </pc:spChg>
        <pc:spChg chg="add mod">
          <ac:chgData name="SCHNEEBERGER Linus" userId="S::linus.schneeberger@edhec.com::6f0a5453-1888-45a0-bf13-801e5025d94c" providerId="AD" clId="Web-{1E7BB971-6E3C-A2B9-D49F-EF9C4F32FCFB}" dt="2026-02-12T14:44:03.953" v="109" actId="1076"/>
          <ac:spMkLst>
            <pc:docMk/>
            <pc:sldMk cId="207632662" sldId="284"/>
            <ac:spMk id="4" creationId="{A6DEA752-02F8-4669-9233-5F56702CB616}"/>
          </ac:spMkLst>
        </pc:spChg>
        <pc:picChg chg="del">
          <ac:chgData name="SCHNEEBERGER Linus" userId="S::linus.schneeberger@edhec.com::6f0a5453-1888-45a0-bf13-801e5025d94c" providerId="AD" clId="Web-{1E7BB971-6E3C-A2B9-D49F-EF9C4F32FCFB}" dt="2026-02-12T14:42:20.573" v="86"/>
          <ac:picMkLst>
            <pc:docMk/>
            <pc:sldMk cId="207632662" sldId="284"/>
            <ac:picMk id="3" creationId="{A51E39FC-4ED9-606D-06BB-4FA20430A7D7}"/>
          </ac:picMkLst>
        </pc:picChg>
        <pc:picChg chg="add mod">
          <ac:chgData name="SCHNEEBERGER Linus" userId="S::linus.schneeberger@edhec.com::6f0a5453-1888-45a0-bf13-801e5025d94c" providerId="AD" clId="Web-{1E7BB971-6E3C-A2B9-D49F-EF9C4F32FCFB}" dt="2026-02-12T14:44:01.030" v="108" actId="1076"/>
          <ac:picMkLst>
            <pc:docMk/>
            <pc:sldMk cId="207632662" sldId="284"/>
            <ac:picMk id="5" creationId="{DF5F48CE-56D7-6201-B82B-0EC0600BEECF}"/>
          </ac:picMkLst>
        </pc:picChg>
      </pc:sldChg>
    </pc:docChg>
  </pc:docChgLst>
  <pc:docChgLst>
    <pc:chgData name="ARAB Hugo" userId="077880a6-1cca-4966-9941-047a37d1ebf3" providerId="ADAL" clId="{7B46E7BC-A0B6-40A9-853E-88C47F42709D}"/>
    <pc:docChg chg="undo custSel addSld delSld modSld">
      <pc:chgData name="ARAB Hugo" userId="077880a6-1cca-4966-9941-047a37d1ebf3" providerId="ADAL" clId="{7B46E7BC-A0B6-40A9-853E-88C47F42709D}" dt="2026-02-13T11:03:09.968" v="59" actId="20577"/>
      <pc:docMkLst>
        <pc:docMk/>
      </pc:docMkLst>
      <pc:sldChg chg="modSp add del">
        <pc:chgData name="ARAB Hugo" userId="077880a6-1cca-4966-9941-047a37d1ebf3" providerId="ADAL" clId="{7B46E7BC-A0B6-40A9-853E-88C47F42709D}" dt="2026-02-10T13:32:35.379" v="51" actId="255"/>
        <pc:sldMkLst>
          <pc:docMk/>
          <pc:sldMk cId="3667817162" sldId="268"/>
        </pc:sldMkLst>
        <pc:spChg chg="mod">
          <ac:chgData name="ARAB Hugo" userId="077880a6-1cca-4966-9941-047a37d1ebf3" providerId="ADAL" clId="{7B46E7BC-A0B6-40A9-853E-88C47F42709D}" dt="2026-02-10T13:26:51.083" v="9" actId="242"/>
          <ac:spMkLst>
            <pc:docMk/>
            <pc:sldMk cId="3667817162" sldId="268"/>
            <ac:spMk id="14" creationId="{EC9C40B9-4E96-9A82-8127-CE4999E44F67}"/>
          </ac:spMkLst>
        </pc:spChg>
        <pc:spChg chg="mod">
          <ac:chgData name="ARAB Hugo" userId="077880a6-1cca-4966-9941-047a37d1ebf3" providerId="ADAL" clId="{7B46E7BC-A0B6-40A9-853E-88C47F42709D}" dt="2026-02-10T13:32:35.379" v="51" actId="255"/>
          <ac:spMkLst>
            <pc:docMk/>
            <pc:sldMk cId="3667817162" sldId="268"/>
            <ac:spMk id="16" creationId="{CEC1DC2F-5CF5-4CC7-DC3E-F8DC1BC5490A}"/>
          </ac:spMkLst>
        </pc:spChg>
      </pc:sldChg>
      <pc:sldChg chg="modSp">
        <pc:chgData name="ARAB Hugo" userId="077880a6-1cca-4966-9941-047a37d1ebf3" providerId="ADAL" clId="{7B46E7BC-A0B6-40A9-853E-88C47F42709D}" dt="2026-02-13T11:03:09.968" v="59" actId="20577"/>
        <pc:sldMkLst>
          <pc:docMk/>
          <pc:sldMk cId="1949018917" sldId="269"/>
        </pc:sldMkLst>
        <pc:spChg chg="mod">
          <ac:chgData name="ARAB Hugo" userId="077880a6-1cca-4966-9941-047a37d1ebf3" providerId="ADAL" clId="{7B46E7BC-A0B6-40A9-853E-88C47F42709D}" dt="2026-02-13T11:03:09.968" v="59" actId="20577"/>
          <ac:spMkLst>
            <pc:docMk/>
            <pc:sldMk cId="1949018917" sldId="269"/>
            <ac:spMk id="2" creationId="{7F9B1227-CA2E-8C84-2F3E-FF684E2C05C6}"/>
          </ac:spMkLst>
        </pc:spChg>
      </pc:sldChg>
    </pc:docChg>
  </pc:docChgLst>
  <pc:docChgLst>
    <pc:chgData name="SINGH Vinayak" userId="2dbe3c64-ed28-4aee-83d4-f528d86165be" providerId="ADAL" clId="{232BE3A4-0DA3-47ED-8A17-1D942F526716}"/>
    <pc:docChg chg="undo custSel addSld delSld modSld sldOrd">
      <pc:chgData name="SINGH Vinayak" userId="2dbe3c64-ed28-4aee-83d4-f528d86165be" providerId="ADAL" clId="{232BE3A4-0DA3-47ED-8A17-1D942F526716}" dt="2026-02-12T13:31:49.556" v="789" actId="1076"/>
      <pc:docMkLst>
        <pc:docMk/>
      </pc:docMkLst>
      <pc:sldChg chg="addSp delSp modSp mod">
        <pc:chgData name="SINGH Vinayak" userId="2dbe3c64-ed28-4aee-83d4-f528d86165be" providerId="ADAL" clId="{232BE3A4-0DA3-47ED-8A17-1D942F526716}" dt="2026-02-12T11:28:49.849" v="775" actId="478"/>
        <pc:sldMkLst>
          <pc:docMk/>
          <pc:sldMk cId="0" sldId="257"/>
        </pc:sldMkLst>
        <pc:spChg chg="mod">
          <ac:chgData name="SINGH Vinayak" userId="2dbe3c64-ed28-4aee-83d4-f528d86165be" providerId="ADAL" clId="{232BE3A4-0DA3-47ED-8A17-1D942F526716}" dt="2026-02-12T11:24:18.296" v="706" actId="208"/>
          <ac:spMkLst>
            <pc:docMk/>
            <pc:sldMk cId="0" sldId="257"/>
            <ac:spMk id="3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18.296" v="706" actId="208"/>
          <ac:spMkLst>
            <pc:docMk/>
            <pc:sldMk cId="0" sldId="257"/>
            <ac:spMk id="4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17.811" v="705" actId="208"/>
          <ac:spMkLst>
            <pc:docMk/>
            <pc:sldMk cId="0" sldId="257"/>
            <ac:spMk id="6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17.811" v="705" actId="208"/>
          <ac:spMkLst>
            <pc:docMk/>
            <pc:sldMk cId="0" sldId="257"/>
            <ac:spMk id="7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17.297" v="704" actId="208"/>
          <ac:spMkLst>
            <pc:docMk/>
            <pc:sldMk cId="0" sldId="257"/>
            <ac:spMk id="9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17.297" v="704" actId="20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16.841" v="703" actId="20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16.841" v="703" actId="208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15.845" v="702" actId="20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15.845" v="702" actId="20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355" v="764" actId="107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579" v="765" actId="107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579" v="765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579" v="765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794" v="766" actId="1076"/>
          <ac:spMkLst>
            <pc:docMk/>
            <pc:sldMk cId="0" sldId="257"/>
            <ac:spMk id="45" creationId="{00000000-0000-0000-0000-000000000000}"/>
          </ac:spMkLst>
        </pc:spChg>
        <pc:spChg chg="add mod">
          <ac:chgData name="SINGH Vinayak" userId="2dbe3c64-ed28-4aee-83d4-f528d86165be" providerId="ADAL" clId="{232BE3A4-0DA3-47ED-8A17-1D942F526716}" dt="2026-02-12T10:58:22.617" v="260" actId="20577"/>
          <ac:spMkLst>
            <pc:docMk/>
            <pc:sldMk cId="0" sldId="257"/>
            <ac:spMk id="46" creationId="{D3D02149-BC88-70C3-4D3B-C46642A57FF8}"/>
          </ac:spMkLst>
        </pc:spChg>
        <pc:spChg chg="mod">
          <ac:chgData name="SINGH Vinayak" userId="2dbe3c64-ed28-4aee-83d4-f528d86165be" providerId="ADAL" clId="{232BE3A4-0DA3-47ED-8A17-1D942F526716}" dt="2026-02-12T11:28:42.355" v="764" actId="107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355" v="764" actId="1076"/>
          <ac:spMkLst>
            <pc:docMk/>
            <pc:sldMk cId="0" sldId="257"/>
            <ac:spMk id="54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579" v="765" actId="1076"/>
          <ac:spMkLst>
            <pc:docMk/>
            <pc:sldMk cId="0" sldId="257"/>
            <ac:spMk id="55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579" v="765" actId="1076"/>
          <ac:spMkLst>
            <pc:docMk/>
            <pc:sldMk cId="0" sldId="257"/>
            <ac:spMk id="56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579" v="765" actId="1076"/>
          <ac:spMkLst>
            <pc:docMk/>
            <pc:sldMk cId="0" sldId="257"/>
            <ac:spMk id="57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794" v="766" actId="1076"/>
          <ac:spMkLst>
            <pc:docMk/>
            <pc:sldMk cId="0" sldId="257"/>
            <ac:spMk id="61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8:42.794" v="766" actId="1076"/>
          <ac:spMkLst>
            <pc:docMk/>
            <pc:sldMk cId="0" sldId="257"/>
            <ac:spMk id="62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4:30.097" v="707"/>
          <ac:spMkLst>
            <pc:docMk/>
            <pc:sldMk cId="0" sldId="257"/>
            <ac:spMk id="67" creationId="{7830BF1A-ABB3-3D51-9669-75A89D3B72E5}"/>
          </ac:spMkLst>
        </pc:spChg>
        <pc:spChg chg="mod">
          <ac:chgData name="SINGH Vinayak" userId="2dbe3c64-ed28-4aee-83d4-f528d86165be" providerId="ADAL" clId="{232BE3A4-0DA3-47ED-8A17-1D942F526716}" dt="2026-02-12T11:24:30.097" v="707"/>
          <ac:spMkLst>
            <pc:docMk/>
            <pc:sldMk cId="0" sldId="257"/>
            <ac:spMk id="68" creationId="{01A774F5-FA53-7FB9-64A3-F096FE0412B3}"/>
          </ac:spMkLst>
        </pc:spChg>
        <pc:spChg chg="add mod">
          <ac:chgData name="SINGH Vinayak" userId="2dbe3c64-ed28-4aee-83d4-f528d86165be" providerId="ADAL" clId="{232BE3A4-0DA3-47ED-8A17-1D942F526716}" dt="2026-02-12T11:25:10.866" v="714" actId="571"/>
          <ac:spMkLst>
            <pc:docMk/>
            <pc:sldMk cId="0" sldId="257"/>
            <ac:spMk id="69" creationId="{9B149858-C310-5B8C-5FD3-2F640BEBDEF3}"/>
          </ac:spMkLst>
        </pc:spChg>
        <pc:spChg chg="add del mod">
          <ac:chgData name="SINGH Vinayak" userId="2dbe3c64-ed28-4aee-83d4-f528d86165be" providerId="ADAL" clId="{232BE3A4-0DA3-47ED-8A17-1D942F526716}" dt="2026-02-12T11:28:48.589" v="774" actId="478"/>
          <ac:spMkLst>
            <pc:docMk/>
            <pc:sldMk cId="0" sldId="257"/>
            <ac:spMk id="69" creationId="{C0A4603D-81D3-AAA2-855F-A18B09E9B726}"/>
          </ac:spMkLst>
        </pc:spChg>
        <pc:spChg chg="add mod">
          <ac:chgData name="SINGH Vinayak" userId="2dbe3c64-ed28-4aee-83d4-f528d86165be" providerId="ADAL" clId="{232BE3A4-0DA3-47ED-8A17-1D942F526716}" dt="2026-02-12T11:25:10.866" v="714" actId="571"/>
          <ac:spMkLst>
            <pc:docMk/>
            <pc:sldMk cId="0" sldId="257"/>
            <ac:spMk id="70" creationId="{FAAD50B1-4B15-ED3B-A264-FBFCA54683BF}"/>
          </ac:spMkLst>
        </pc:spChg>
        <pc:spChg chg="add mod">
          <ac:chgData name="SINGH Vinayak" userId="2dbe3c64-ed28-4aee-83d4-f528d86165be" providerId="ADAL" clId="{232BE3A4-0DA3-47ED-8A17-1D942F526716}" dt="2026-02-12T11:25:25.499" v="716" actId="571"/>
          <ac:spMkLst>
            <pc:docMk/>
            <pc:sldMk cId="0" sldId="257"/>
            <ac:spMk id="71" creationId="{805270BC-023B-0F9C-E14F-E23F6A334182}"/>
          </ac:spMkLst>
        </pc:spChg>
        <pc:spChg chg="add mod">
          <ac:chgData name="SINGH Vinayak" userId="2dbe3c64-ed28-4aee-83d4-f528d86165be" providerId="ADAL" clId="{232BE3A4-0DA3-47ED-8A17-1D942F526716}" dt="2026-02-12T11:25:25.499" v="716" actId="571"/>
          <ac:spMkLst>
            <pc:docMk/>
            <pc:sldMk cId="0" sldId="257"/>
            <ac:spMk id="72" creationId="{16905E08-FE58-6725-5745-616D66705982}"/>
          </ac:spMkLst>
        </pc:spChg>
        <pc:spChg chg="add mod">
          <ac:chgData name="SINGH Vinayak" userId="2dbe3c64-ed28-4aee-83d4-f528d86165be" providerId="ADAL" clId="{232BE3A4-0DA3-47ED-8A17-1D942F526716}" dt="2026-02-12T11:25:25.499" v="716" actId="571"/>
          <ac:spMkLst>
            <pc:docMk/>
            <pc:sldMk cId="0" sldId="257"/>
            <ac:spMk id="73" creationId="{686DF391-8694-CAD4-DE1D-52BCB155492E}"/>
          </ac:spMkLst>
        </pc:spChg>
        <pc:spChg chg="add mod">
          <ac:chgData name="SINGH Vinayak" userId="2dbe3c64-ed28-4aee-83d4-f528d86165be" providerId="ADAL" clId="{232BE3A4-0DA3-47ED-8A17-1D942F526716}" dt="2026-02-12T11:26:13.819" v="723" actId="571"/>
          <ac:spMkLst>
            <pc:docMk/>
            <pc:sldMk cId="0" sldId="257"/>
            <ac:spMk id="74" creationId="{56692224-A4C0-FDB2-BC41-A7C4A9DD016D}"/>
          </ac:spMkLst>
        </pc:spChg>
        <pc:spChg chg="add mod">
          <ac:chgData name="SINGH Vinayak" userId="2dbe3c64-ed28-4aee-83d4-f528d86165be" providerId="ADAL" clId="{232BE3A4-0DA3-47ED-8A17-1D942F526716}" dt="2026-02-12T11:26:13.819" v="723" actId="571"/>
          <ac:spMkLst>
            <pc:docMk/>
            <pc:sldMk cId="0" sldId="257"/>
            <ac:spMk id="75" creationId="{8428C9A4-3DE1-F2B7-CCB1-01D54EF27199}"/>
          </ac:spMkLst>
        </pc:spChg>
        <pc:spChg chg="add mod">
          <ac:chgData name="SINGH Vinayak" userId="2dbe3c64-ed28-4aee-83d4-f528d86165be" providerId="ADAL" clId="{232BE3A4-0DA3-47ED-8A17-1D942F526716}" dt="2026-02-12T11:26:13.819" v="723" actId="571"/>
          <ac:spMkLst>
            <pc:docMk/>
            <pc:sldMk cId="0" sldId="257"/>
            <ac:spMk id="76" creationId="{FE1CBD01-6C72-DEF5-8F51-AC3956C41DB4}"/>
          </ac:spMkLst>
        </pc:spChg>
        <pc:spChg chg="add mod">
          <ac:chgData name="SINGH Vinayak" userId="2dbe3c64-ed28-4aee-83d4-f528d86165be" providerId="ADAL" clId="{232BE3A4-0DA3-47ED-8A17-1D942F526716}" dt="2026-02-12T11:26:13.819" v="723" actId="571"/>
          <ac:spMkLst>
            <pc:docMk/>
            <pc:sldMk cId="0" sldId="257"/>
            <ac:spMk id="77" creationId="{41318EDF-500A-EE03-22BD-4B4B4EA95EA0}"/>
          </ac:spMkLst>
        </pc:spChg>
        <pc:grpChg chg="add del mod">
          <ac:chgData name="SINGH Vinayak" userId="2dbe3c64-ed28-4aee-83d4-f528d86165be" providerId="ADAL" clId="{232BE3A4-0DA3-47ED-8A17-1D942F526716}" dt="2026-02-12T11:28:43.190" v="768" actId="478"/>
          <ac:grpSpMkLst>
            <pc:docMk/>
            <pc:sldMk cId="0" sldId="257"/>
            <ac:grpSpMk id="34" creationId="{00000000-0000-0000-0000-000000000000}"/>
          </ac:grpSpMkLst>
        </pc:grpChg>
        <pc:grpChg chg="mod">
          <ac:chgData name="SINGH Vinayak" userId="2dbe3c64-ed28-4aee-83d4-f528d86165be" providerId="ADAL" clId="{232BE3A4-0DA3-47ED-8A17-1D942F526716}" dt="2026-02-12T11:28:42.355" v="764" actId="1076"/>
          <ac:grpSpMkLst>
            <pc:docMk/>
            <pc:sldMk cId="0" sldId="257"/>
            <ac:grpSpMk id="38" creationId="{00000000-0000-0000-0000-000000000000}"/>
          </ac:grpSpMkLst>
        </pc:grpChg>
        <pc:grpChg chg="mod">
          <ac:chgData name="SINGH Vinayak" userId="2dbe3c64-ed28-4aee-83d4-f528d86165be" providerId="ADAL" clId="{232BE3A4-0DA3-47ED-8A17-1D942F526716}" dt="2026-02-12T11:28:42.794" v="766" actId="1076"/>
          <ac:grpSpMkLst>
            <pc:docMk/>
            <pc:sldMk cId="0" sldId="257"/>
            <ac:grpSpMk id="58" creationId="{00000000-0000-0000-0000-000000000000}"/>
          </ac:grpSpMkLst>
        </pc:grpChg>
        <pc:grpChg chg="add del mod ord">
          <ac:chgData name="SINGH Vinayak" userId="2dbe3c64-ed28-4aee-83d4-f528d86165be" providerId="ADAL" clId="{232BE3A4-0DA3-47ED-8A17-1D942F526716}" dt="2026-02-12T11:28:49.849" v="775" actId="478"/>
          <ac:grpSpMkLst>
            <pc:docMk/>
            <pc:sldMk cId="0" sldId="257"/>
            <ac:grpSpMk id="63" creationId="{4806EF06-0081-61C1-67E0-762197D679A1}"/>
          </ac:grpSpMkLst>
        </pc:grpChg>
      </pc:sldChg>
      <pc:sldChg chg="add del">
        <pc:chgData name="SINGH Vinayak" userId="2dbe3c64-ed28-4aee-83d4-f528d86165be" providerId="ADAL" clId="{232BE3A4-0DA3-47ED-8A17-1D942F526716}" dt="2026-02-12T11:28:41.567" v="760" actId="2696"/>
        <pc:sldMkLst>
          <pc:docMk/>
          <pc:sldMk cId="1308246233" sldId="260"/>
        </pc:sldMkLst>
      </pc:sldChg>
      <pc:sldChg chg="addSp delSp modSp mod">
        <pc:chgData name="SINGH Vinayak" userId="2dbe3c64-ed28-4aee-83d4-f528d86165be" providerId="ADAL" clId="{232BE3A4-0DA3-47ED-8A17-1D942F526716}" dt="2026-02-12T11:28:55.712" v="776" actId="478"/>
        <pc:sldMkLst>
          <pc:docMk/>
          <pc:sldMk cId="0" sldId="267"/>
        </pc:sldMkLst>
        <pc:spChg chg="mod">
          <ac:chgData name="SINGH Vinayak" userId="2dbe3c64-ed28-4aee-83d4-f528d86165be" providerId="ADAL" clId="{232BE3A4-0DA3-47ED-8A17-1D942F526716}" dt="2026-02-12T11:04:50.653" v="358" actId="14100"/>
          <ac:spMkLst>
            <pc:docMk/>
            <pc:sldMk cId="0" sldId="267"/>
            <ac:spMk id="17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0:56:47.730" v="212" actId="1036"/>
          <ac:spMkLst>
            <pc:docMk/>
            <pc:sldMk cId="0" sldId="267"/>
            <ac:spMk id="35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0:56:47.730" v="212" actId="1036"/>
          <ac:spMkLst>
            <pc:docMk/>
            <pc:sldMk cId="0" sldId="267"/>
            <ac:spMk id="39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0:56:47.730" v="212" actId="1036"/>
          <ac:spMkLst>
            <pc:docMk/>
            <pc:sldMk cId="0" sldId="267"/>
            <ac:spMk id="52" creationId="{00000000-0000-0000-0000-000000000000}"/>
          </ac:spMkLst>
        </pc:spChg>
        <pc:spChg chg="add del">
          <ac:chgData name="SINGH Vinayak" userId="2dbe3c64-ed28-4aee-83d4-f528d86165be" providerId="ADAL" clId="{232BE3A4-0DA3-47ED-8A17-1D942F526716}" dt="2026-02-12T11:28:55.712" v="776" actId="478"/>
          <ac:spMkLst>
            <pc:docMk/>
            <pc:sldMk cId="0" sldId="267"/>
            <ac:spMk id="54" creationId="{6C87A36F-03AC-BF09-8C3A-60A170E1174B}"/>
          </ac:spMkLst>
        </pc:spChg>
        <pc:spChg chg="add del mod">
          <ac:chgData name="SINGH Vinayak" userId="2dbe3c64-ed28-4aee-83d4-f528d86165be" providerId="ADAL" clId="{232BE3A4-0DA3-47ED-8A17-1D942F526716}" dt="2026-02-12T10:58:15.446" v="257" actId="478"/>
          <ac:spMkLst>
            <pc:docMk/>
            <pc:sldMk cId="0" sldId="267"/>
            <ac:spMk id="54" creationId="{A6CB11CD-8EE5-F7BC-11D7-230D3AF77203}"/>
          </ac:spMkLst>
        </pc:spChg>
        <pc:spChg chg="del">
          <ac:chgData name="SINGH Vinayak" userId="2dbe3c64-ed28-4aee-83d4-f528d86165be" providerId="ADAL" clId="{232BE3A4-0DA3-47ED-8A17-1D942F526716}" dt="2026-02-12T10:56:50.989" v="213" actId="478"/>
          <ac:spMkLst>
            <pc:docMk/>
            <pc:sldMk cId="0" sldId="267"/>
            <ac:spMk id="55" creationId="{802F9D5B-2B4F-C76D-AB9B-C532B5FAB178}"/>
          </ac:spMkLst>
        </pc:spChg>
        <pc:spChg chg="add mod">
          <ac:chgData name="SINGH Vinayak" userId="2dbe3c64-ed28-4aee-83d4-f528d86165be" providerId="ADAL" clId="{232BE3A4-0DA3-47ED-8A17-1D942F526716}" dt="2026-02-12T11:18:22.280" v="675" actId="20577"/>
          <ac:spMkLst>
            <pc:docMk/>
            <pc:sldMk cId="0" sldId="267"/>
            <ac:spMk id="56" creationId="{3513B3BE-6F98-8018-1761-4B863DA54115}"/>
          </ac:spMkLst>
        </pc:spChg>
        <pc:spChg chg="mod">
          <ac:chgData name="SINGH Vinayak" userId="2dbe3c64-ed28-4aee-83d4-f528d86165be" providerId="ADAL" clId="{232BE3A4-0DA3-47ED-8A17-1D942F526716}" dt="2026-02-12T11:21:20.549" v="683" actId="208"/>
          <ac:spMkLst>
            <pc:docMk/>
            <pc:sldMk cId="0" sldId="267"/>
            <ac:spMk id="63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20.549" v="683" actId="208"/>
          <ac:spMkLst>
            <pc:docMk/>
            <pc:sldMk cId="0" sldId="267"/>
            <ac:spMk id="64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0:56:47.730" v="212" actId="1036"/>
          <ac:spMkLst>
            <pc:docMk/>
            <pc:sldMk cId="0" sldId="267"/>
            <ac:spMk id="68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23.494" v="684" actId="208"/>
          <ac:spMkLst>
            <pc:docMk/>
            <pc:sldMk cId="0" sldId="267"/>
            <ac:spMk id="69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07.994" v="679" actId="208"/>
          <ac:spMkLst>
            <pc:docMk/>
            <pc:sldMk cId="0" sldId="267"/>
            <ac:spMk id="71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07.994" v="679" actId="208"/>
          <ac:spMkLst>
            <pc:docMk/>
            <pc:sldMk cId="0" sldId="267"/>
            <ac:spMk id="72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17.128" v="681" actId="208"/>
          <ac:spMkLst>
            <pc:docMk/>
            <pc:sldMk cId="0" sldId="267"/>
            <ac:spMk id="74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17.128" v="681" actId="208"/>
          <ac:spMkLst>
            <pc:docMk/>
            <pc:sldMk cId="0" sldId="267"/>
            <ac:spMk id="75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0:56:47.730" v="212" actId="1036"/>
          <ac:spMkLst>
            <pc:docMk/>
            <pc:sldMk cId="0" sldId="267"/>
            <ac:spMk id="76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29.757" v="686" actId="208"/>
          <ac:spMkLst>
            <pc:docMk/>
            <pc:sldMk cId="0" sldId="267"/>
            <ac:spMk id="77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27.359" v="685" actId="208"/>
          <ac:spMkLst>
            <pc:docMk/>
            <pc:sldMk cId="0" sldId="267"/>
            <ac:spMk id="78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0:56:47.730" v="212" actId="1036"/>
          <ac:spMkLst>
            <pc:docMk/>
            <pc:sldMk cId="0" sldId="267"/>
            <ac:spMk id="80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0:56:47.730" v="212" actId="1036"/>
          <ac:spMkLst>
            <pc:docMk/>
            <pc:sldMk cId="0" sldId="267"/>
            <ac:spMk id="82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0:56:47.730" v="212" actId="1036"/>
          <ac:spMkLst>
            <pc:docMk/>
            <pc:sldMk cId="0" sldId="267"/>
            <ac:spMk id="83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34.774" v="688" actId="208"/>
          <ac:spMkLst>
            <pc:docMk/>
            <pc:sldMk cId="0" sldId="267"/>
            <ac:spMk id="86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34.774" v="688" actId="208"/>
          <ac:spMkLst>
            <pc:docMk/>
            <pc:sldMk cId="0" sldId="267"/>
            <ac:spMk id="87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13:06.754" v="665" actId="1036"/>
          <ac:spMkLst>
            <pc:docMk/>
            <pc:sldMk cId="0" sldId="267"/>
            <ac:spMk id="88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38.122" v="690" actId="207"/>
          <ac:spMkLst>
            <pc:docMk/>
            <pc:sldMk cId="0" sldId="267"/>
            <ac:spMk id="90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21:38.122" v="690" actId="207"/>
          <ac:spMkLst>
            <pc:docMk/>
            <pc:sldMk cId="0" sldId="267"/>
            <ac:spMk id="91" creationId="{00000000-0000-0000-0000-000000000000}"/>
          </ac:spMkLst>
        </pc:spChg>
        <pc:spChg chg="mod">
          <ac:chgData name="SINGH Vinayak" userId="2dbe3c64-ed28-4aee-83d4-f528d86165be" providerId="ADAL" clId="{232BE3A4-0DA3-47ED-8A17-1D942F526716}" dt="2026-02-12T11:13:13.036" v="667" actId="1036"/>
          <ac:spMkLst>
            <pc:docMk/>
            <pc:sldMk cId="0" sldId="267"/>
            <ac:spMk id="92" creationId="{00000000-0000-0000-0000-000000000000}"/>
          </ac:spMkLst>
        </pc:spChg>
        <pc:spChg chg="add mod">
          <ac:chgData name="SINGH Vinayak" userId="2dbe3c64-ed28-4aee-83d4-f528d86165be" providerId="ADAL" clId="{232BE3A4-0DA3-47ED-8A17-1D942F526716}" dt="2026-02-12T11:04:37.696" v="355" actId="1076"/>
          <ac:spMkLst>
            <pc:docMk/>
            <pc:sldMk cId="0" sldId="267"/>
            <ac:spMk id="125" creationId="{7146C978-78C6-AF96-0396-EACBD34F346A}"/>
          </ac:spMkLst>
        </pc:spChg>
        <pc:spChg chg="add mod">
          <ac:chgData name="SINGH Vinayak" userId="2dbe3c64-ed28-4aee-83d4-f528d86165be" providerId="ADAL" clId="{232BE3A4-0DA3-47ED-8A17-1D942F526716}" dt="2026-02-12T11:05:11.029" v="384" actId="20577"/>
          <ac:spMkLst>
            <pc:docMk/>
            <pc:sldMk cId="0" sldId="267"/>
            <ac:spMk id="126" creationId="{421A0187-8125-71BB-3529-05DE8C8F9863}"/>
          </ac:spMkLst>
        </pc:spChg>
        <pc:spChg chg="add mod">
          <ac:chgData name="SINGH Vinayak" userId="2dbe3c64-ed28-4aee-83d4-f528d86165be" providerId="ADAL" clId="{232BE3A4-0DA3-47ED-8A17-1D942F526716}" dt="2026-02-12T11:05:41.147" v="399" actId="1076"/>
          <ac:spMkLst>
            <pc:docMk/>
            <pc:sldMk cId="0" sldId="267"/>
            <ac:spMk id="127" creationId="{D17D3E74-AE5F-B975-00FC-B8A8AD0F4DDF}"/>
          </ac:spMkLst>
        </pc:spChg>
        <pc:spChg chg="add mod">
          <ac:chgData name="SINGH Vinayak" userId="2dbe3c64-ed28-4aee-83d4-f528d86165be" providerId="ADAL" clId="{232BE3A4-0DA3-47ED-8A17-1D942F526716}" dt="2026-02-12T11:06:07.536" v="435" actId="14100"/>
          <ac:spMkLst>
            <pc:docMk/>
            <pc:sldMk cId="0" sldId="267"/>
            <ac:spMk id="128" creationId="{1C83B344-0703-9072-7FF0-C8B4C637781A}"/>
          </ac:spMkLst>
        </pc:spChg>
        <pc:spChg chg="add mod">
          <ac:chgData name="SINGH Vinayak" userId="2dbe3c64-ed28-4aee-83d4-f528d86165be" providerId="ADAL" clId="{232BE3A4-0DA3-47ED-8A17-1D942F526716}" dt="2026-02-12T11:06:43.475" v="477" actId="20577"/>
          <ac:spMkLst>
            <pc:docMk/>
            <pc:sldMk cId="0" sldId="267"/>
            <ac:spMk id="129" creationId="{99503BC5-BECE-52D3-A572-468023029302}"/>
          </ac:spMkLst>
        </pc:spChg>
        <pc:spChg chg="mod">
          <ac:chgData name="SINGH Vinayak" userId="2dbe3c64-ed28-4aee-83d4-f528d86165be" providerId="ADAL" clId="{232BE3A4-0DA3-47ED-8A17-1D942F526716}" dt="2026-02-12T11:08:11.825" v="513"/>
          <ac:spMkLst>
            <pc:docMk/>
            <pc:sldMk cId="0" sldId="267"/>
            <ac:spMk id="131" creationId="{5F7A0911-A5DA-1981-EBF4-77E1E8B614AE}"/>
          </ac:spMkLst>
        </pc:spChg>
        <pc:spChg chg="mod">
          <ac:chgData name="SINGH Vinayak" userId="2dbe3c64-ed28-4aee-83d4-f528d86165be" providerId="ADAL" clId="{232BE3A4-0DA3-47ED-8A17-1D942F526716}" dt="2026-02-12T11:08:11.825" v="513"/>
          <ac:spMkLst>
            <pc:docMk/>
            <pc:sldMk cId="0" sldId="267"/>
            <ac:spMk id="132" creationId="{4CDC366B-1A57-363B-F67E-EE05AD57A122}"/>
          </ac:spMkLst>
        </pc:spChg>
        <pc:spChg chg="add mod">
          <ac:chgData name="SINGH Vinayak" userId="2dbe3c64-ed28-4aee-83d4-f528d86165be" providerId="ADAL" clId="{232BE3A4-0DA3-47ED-8A17-1D942F526716}" dt="2026-02-12T11:09:23.810" v="639" actId="20577"/>
          <ac:spMkLst>
            <pc:docMk/>
            <pc:sldMk cId="0" sldId="267"/>
            <ac:spMk id="133" creationId="{706C914A-5550-2A3F-986E-02517A05E41C}"/>
          </ac:spMkLst>
        </pc:spChg>
        <pc:spChg chg="add mod">
          <ac:chgData name="SINGH Vinayak" userId="2dbe3c64-ed28-4aee-83d4-f528d86165be" providerId="ADAL" clId="{232BE3A4-0DA3-47ED-8A17-1D942F526716}" dt="2026-02-12T11:11:40.733" v="649" actId="1076"/>
          <ac:spMkLst>
            <pc:docMk/>
            <pc:sldMk cId="0" sldId="267"/>
            <ac:spMk id="134" creationId="{4AF2059A-88E3-6B6E-1C8B-CD51D209DBFD}"/>
          </ac:spMkLst>
        </pc:spChg>
        <pc:spChg chg="add mod">
          <ac:chgData name="SINGH Vinayak" userId="2dbe3c64-ed28-4aee-83d4-f528d86165be" providerId="ADAL" clId="{232BE3A4-0DA3-47ED-8A17-1D942F526716}" dt="2026-02-12T11:11:45.221" v="650" actId="1076"/>
          <ac:spMkLst>
            <pc:docMk/>
            <pc:sldMk cId="0" sldId="267"/>
            <ac:spMk id="135" creationId="{212CC288-E83D-ACC4-E0FD-A3BE8D30D9EB}"/>
          </ac:spMkLst>
        </pc:spChg>
        <pc:spChg chg="add mod">
          <ac:chgData name="SINGH Vinayak" userId="2dbe3c64-ed28-4aee-83d4-f528d86165be" providerId="ADAL" clId="{232BE3A4-0DA3-47ED-8A17-1D942F526716}" dt="2026-02-12T11:11:49.471" v="651" actId="1076"/>
          <ac:spMkLst>
            <pc:docMk/>
            <pc:sldMk cId="0" sldId="267"/>
            <ac:spMk id="136" creationId="{8B7AD1A5-1F24-3C96-54F7-069592FFA57A}"/>
          </ac:spMkLst>
        </pc:spChg>
        <pc:spChg chg="add mod">
          <ac:chgData name="SINGH Vinayak" userId="2dbe3c64-ed28-4aee-83d4-f528d86165be" providerId="ADAL" clId="{232BE3A4-0DA3-47ED-8A17-1D942F526716}" dt="2026-02-12T11:12:44.431" v="661" actId="1076"/>
          <ac:spMkLst>
            <pc:docMk/>
            <pc:sldMk cId="0" sldId="267"/>
            <ac:spMk id="137" creationId="{08A338D3-6169-04C4-B2FF-F72592DF876B}"/>
          </ac:spMkLst>
        </pc:spChg>
        <pc:spChg chg="add mod">
          <ac:chgData name="SINGH Vinayak" userId="2dbe3c64-ed28-4aee-83d4-f528d86165be" providerId="ADAL" clId="{232BE3A4-0DA3-47ED-8A17-1D942F526716}" dt="2026-02-12T11:12:48.613" v="662" actId="1076"/>
          <ac:spMkLst>
            <pc:docMk/>
            <pc:sldMk cId="0" sldId="267"/>
            <ac:spMk id="138" creationId="{31C1FCD3-438A-1F3E-9194-13A354D9FD32}"/>
          </ac:spMkLst>
        </pc:spChg>
        <pc:spChg chg="add mod">
          <ac:chgData name="SINGH Vinayak" userId="2dbe3c64-ed28-4aee-83d4-f528d86165be" providerId="ADAL" clId="{232BE3A4-0DA3-47ED-8A17-1D942F526716}" dt="2026-02-12T11:12:52.178" v="663" actId="1076"/>
          <ac:spMkLst>
            <pc:docMk/>
            <pc:sldMk cId="0" sldId="267"/>
            <ac:spMk id="139" creationId="{D458646C-7B61-E45E-62A4-CA0AFAB4D951}"/>
          </ac:spMkLst>
        </pc:spChg>
        <pc:grpChg chg="mod">
          <ac:chgData name="SINGH Vinayak" userId="2dbe3c64-ed28-4aee-83d4-f528d86165be" providerId="ADAL" clId="{232BE3A4-0DA3-47ED-8A17-1D942F526716}" dt="2026-02-12T11:13:14.764" v="668" actId="1076"/>
          <ac:grpSpMkLst>
            <pc:docMk/>
            <pc:sldMk cId="0" sldId="267"/>
            <ac:grpSpMk id="9" creationId="{00000000-0000-0000-0000-000000000000}"/>
          </ac:grpSpMkLst>
        </pc:grpChg>
        <pc:grpChg chg="mod">
          <ac:chgData name="SINGH Vinayak" userId="2dbe3c64-ed28-4aee-83d4-f528d86165be" providerId="ADAL" clId="{232BE3A4-0DA3-47ED-8A17-1D942F526716}" dt="2026-02-12T11:21:20.053" v="682" actId="207"/>
          <ac:grpSpMkLst>
            <pc:docMk/>
            <pc:sldMk cId="0" sldId="267"/>
            <ac:grpSpMk id="62" creationId="{00000000-0000-0000-0000-000000000000}"/>
          </ac:grpSpMkLst>
        </pc:grpChg>
        <pc:grpChg chg="mod">
          <ac:chgData name="SINGH Vinayak" userId="2dbe3c64-ed28-4aee-83d4-f528d86165be" providerId="ADAL" clId="{232BE3A4-0DA3-47ED-8A17-1D942F526716}" dt="2026-02-12T11:21:04.339" v="678" actId="207"/>
          <ac:grpSpMkLst>
            <pc:docMk/>
            <pc:sldMk cId="0" sldId="267"/>
            <ac:grpSpMk id="70" creationId="{00000000-0000-0000-0000-000000000000}"/>
          </ac:grpSpMkLst>
        </pc:grpChg>
        <pc:grpChg chg="mod">
          <ac:chgData name="SINGH Vinayak" userId="2dbe3c64-ed28-4aee-83d4-f528d86165be" providerId="ADAL" clId="{232BE3A4-0DA3-47ED-8A17-1D942F526716}" dt="2026-02-12T11:21:16.259" v="680" actId="207"/>
          <ac:grpSpMkLst>
            <pc:docMk/>
            <pc:sldMk cId="0" sldId="267"/>
            <ac:grpSpMk id="73" creationId="{00000000-0000-0000-0000-000000000000}"/>
          </ac:grpSpMkLst>
        </pc:grpChg>
        <pc:grpChg chg="mod">
          <ac:chgData name="SINGH Vinayak" userId="2dbe3c64-ed28-4aee-83d4-f528d86165be" providerId="ADAL" clId="{232BE3A4-0DA3-47ED-8A17-1D942F526716}" dt="2026-02-12T11:21:34.184" v="687" actId="207"/>
          <ac:grpSpMkLst>
            <pc:docMk/>
            <pc:sldMk cId="0" sldId="267"/>
            <ac:grpSpMk id="85" creationId="{00000000-0000-0000-0000-000000000000}"/>
          </ac:grpSpMkLst>
        </pc:grpChg>
        <pc:grpChg chg="mod">
          <ac:chgData name="SINGH Vinayak" userId="2dbe3c64-ed28-4aee-83d4-f528d86165be" providerId="ADAL" clId="{232BE3A4-0DA3-47ED-8A17-1D942F526716}" dt="2026-02-12T11:21:38.122" v="690" actId="207"/>
          <ac:grpSpMkLst>
            <pc:docMk/>
            <pc:sldMk cId="0" sldId="267"/>
            <ac:grpSpMk id="89" creationId="{00000000-0000-0000-0000-000000000000}"/>
          </ac:grpSpMkLst>
        </pc:grpChg>
        <pc:grpChg chg="add mod">
          <ac:chgData name="SINGH Vinayak" userId="2dbe3c64-ed28-4aee-83d4-f528d86165be" providerId="ADAL" clId="{232BE3A4-0DA3-47ED-8A17-1D942F526716}" dt="2026-02-12T11:08:15.529" v="514" actId="1076"/>
          <ac:grpSpMkLst>
            <pc:docMk/>
            <pc:sldMk cId="0" sldId="267"/>
            <ac:grpSpMk id="130" creationId="{1296323A-D501-19C6-8CB5-749A3D7F5405}"/>
          </ac:grpSpMkLst>
        </pc:grpChg>
        <pc:cxnChg chg="add mod ord">
          <ac:chgData name="SINGH Vinayak" userId="2dbe3c64-ed28-4aee-83d4-f528d86165be" providerId="ADAL" clId="{232BE3A4-0DA3-47ED-8A17-1D942F526716}" dt="2026-02-12T11:22:02.575" v="693" actId="167"/>
          <ac:cxnSpMkLst>
            <pc:docMk/>
            <pc:sldMk cId="0" sldId="267"/>
            <ac:cxnSpMk id="93" creationId="{E2FC3C90-B6A4-C88C-5087-644F6E352A7F}"/>
          </ac:cxnSpMkLst>
        </pc:cxnChg>
        <pc:cxnChg chg="add mod ord">
          <ac:chgData name="SINGH Vinayak" userId="2dbe3c64-ed28-4aee-83d4-f528d86165be" providerId="ADAL" clId="{232BE3A4-0DA3-47ED-8A17-1D942F526716}" dt="2026-02-12T11:22:06.292" v="694" actId="167"/>
          <ac:cxnSpMkLst>
            <pc:docMk/>
            <pc:sldMk cId="0" sldId="267"/>
            <ac:cxnSpMk id="94" creationId="{8CC67F42-4191-7B87-4C93-62A94D5ED277}"/>
          </ac:cxnSpMkLst>
        </pc:cxnChg>
        <pc:cxnChg chg="add mod">
          <ac:chgData name="SINGH Vinayak" userId="2dbe3c64-ed28-4aee-83d4-f528d86165be" providerId="ADAL" clId="{232BE3A4-0DA3-47ED-8A17-1D942F526716}" dt="2026-02-12T11:00:50.939" v="293" actId="14100"/>
          <ac:cxnSpMkLst>
            <pc:docMk/>
            <pc:sldMk cId="0" sldId="267"/>
            <ac:cxnSpMk id="101" creationId="{4C6DADC6-EDF3-A704-1A66-97762807149B}"/>
          </ac:cxnSpMkLst>
        </pc:cxnChg>
        <pc:cxnChg chg="add mod ord">
          <ac:chgData name="SINGH Vinayak" userId="2dbe3c64-ed28-4aee-83d4-f528d86165be" providerId="ADAL" clId="{232BE3A4-0DA3-47ED-8A17-1D942F526716}" dt="2026-02-12T11:22:09.781" v="695" actId="167"/>
          <ac:cxnSpMkLst>
            <pc:docMk/>
            <pc:sldMk cId="0" sldId="267"/>
            <ac:cxnSpMk id="104" creationId="{9A6B8FBE-C288-20E8-F3F7-D52322702234}"/>
          </ac:cxnSpMkLst>
        </pc:cxnChg>
        <pc:cxnChg chg="add mod ord">
          <ac:chgData name="SINGH Vinayak" userId="2dbe3c64-ed28-4aee-83d4-f528d86165be" providerId="ADAL" clId="{232BE3A4-0DA3-47ED-8A17-1D942F526716}" dt="2026-02-12T11:22:12.805" v="696" actId="167"/>
          <ac:cxnSpMkLst>
            <pc:docMk/>
            <pc:sldMk cId="0" sldId="267"/>
            <ac:cxnSpMk id="109" creationId="{439E363A-E597-CBC4-B434-8234188DC79E}"/>
          </ac:cxnSpMkLst>
        </pc:cxnChg>
        <pc:cxnChg chg="add del mod">
          <ac:chgData name="SINGH Vinayak" userId="2dbe3c64-ed28-4aee-83d4-f528d86165be" providerId="ADAL" clId="{232BE3A4-0DA3-47ED-8A17-1D942F526716}" dt="2026-02-12T11:02:40.585" v="314" actId="11529"/>
          <ac:cxnSpMkLst>
            <pc:docMk/>
            <pc:sldMk cId="0" sldId="267"/>
            <ac:cxnSpMk id="120" creationId="{65852BC9-0B3B-35AE-FD46-D45E8795B283}"/>
          </ac:cxnSpMkLst>
        </pc:cxnChg>
        <pc:cxnChg chg="add mod">
          <ac:chgData name="SINGH Vinayak" userId="2dbe3c64-ed28-4aee-83d4-f528d86165be" providerId="ADAL" clId="{232BE3A4-0DA3-47ED-8A17-1D942F526716}" dt="2026-02-12T11:02:48.754" v="316" actId="1076"/>
          <ac:cxnSpMkLst>
            <pc:docMk/>
            <pc:sldMk cId="0" sldId="267"/>
            <ac:cxnSpMk id="123" creationId="{D2ADD915-6ED9-C373-40F8-31D645E3C7B1}"/>
          </ac:cxnSpMkLst>
        </pc:cxnChg>
      </pc:sldChg>
      <pc:sldChg chg="addSp delSp modSp del mod">
        <pc:chgData name="SINGH Vinayak" userId="2dbe3c64-ed28-4aee-83d4-f528d86165be" providerId="ADAL" clId="{232BE3A4-0DA3-47ED-8A17-1D942F526716}" dt="2026-02-12T10:52:18.354" v="116" actId="2696"/>
        <pc:sldMkLst>
          <pc:docMk/>
          <pc:sldMk cId="2492497229" sldId="271"/>
        </pc:sldMkLst>
        <pc:spChg chg="del mod">
          <ac:chgData name="SINGH Vinayak" userId="2dbe3c64-ed28-4aee-83d4-f528d86165be" providerId="ADAL" clId="{232BE3A4-0DA3-47ED-8A17-1D942F526716}" dt="2026-02-12T10:47:58.529" v="6" actId="478"/>
          <ac:spMkLst>
            <pc:docMk/>
            <pc:sldMk cId="2492497229" sldId="271"/>
            <ac:spMk id="2" creationId="{B647936F-3065-17D0-6912-67D97581FDFB}"/>
          </ac:spMkLst>
        </pc:spChg>
        <pc:spChg chg="del mod">
          <ac:chgData name="SINGH Vinayak" userId="2dbe3c64-ed28-4aee-83d4-f528d86165be" providerId="ADAL" clId="{232BE3A4-0DA3-47ED-8A17-1D942F526716}" dt="2026-02-12T10:47:52.597" v="4" actId="478"/>
          <ac:spMkLst>
            <pc:docMk/>
            <pc:sldMk cId="2492497229" sldId="271"/>
            <ac:spMk id="4" creationId="{921F7014-42F4-99A5-150E-5E20883E2C4E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5" creationId="{5B83B420-BF06-A589-63B0-CA16B89F9A3A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18" creationId="{D5914284-4B1A-5044-CF11-4FFC43FA2C3F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19" creationId="{384A896C-BD82-DBCF-2BD5-D7A41DA72831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20" creationId="{EFC5B535-4AE5-C9F2-C76F-73FEA7389EDB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22" creationId="{A6902B9C-F547-AD89-0D86-B53F9C5C6B1E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23" creationId="{DA4E9BDE-1F2B-1AAB-06AC-37D0ED438444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26" creationId="{A4AE071B-A007-353A-992A-838F9DF88D62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27" creationId="{4FE50EC7-9955-FE26-F22C-A4693664D055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29" creationId="{F41F0367-DD26-AE29-E4AA-3B7C65BE8FDD}"/>
          </ac:spMkLst>
        </pc:spChg>
        <pc:spChg chg="add del mod">
          <ac:chgData name="SINGH Vinayak" userId="2dbe3c64-ed28-4aee-83d4-f528d86165be" providerId="ADAL" clId="{232BE3A4-0DA3-47ED-8A17-1D942F526716}" dt="2026-02-12T10:47:45.374" v="2" actId="478"/>
          <ac:spMkLst>
            <pc:docMk/>
            <pc:sldMk cId="2492497229" sldId="271"/>
            <ac:spMk id="30" creationId="{40D9661E-977C-8D9A-D7AF-0FAE754A1104}"/>
          </ac:spMkLst>
        </pc:spChg>
        <pc:spChg chg="add mod">
          <ac:chgData name="SINGH Vinayak" userId="2dbe3c64-ed28-4aee-83d4-f528d86165be" providerId="ADAL" clId="{232BE3A4-0DA3-47ED-8A17-1D942F526716}" dt="2026-02-12T10:48:11.394" v="10" actId="20577"/>
          <ac:spMkLst>
            <pc:docMk/>
            <pc:sldMk cId="2492497229" sldId="271"/>
            <ac:spMk id="32" creationId="{D22AB10F-1F73-978A-01B5-2A28AC38629F}"/>
          </ac:spMkLst>
        </pc:spChg>
        <pc:spChg chg="add del mod">
          <ac:chgData name="SINGH Vinayak" userId="2dbe3c64-ed28-4aee-83d4-f528d86165be" providerId="ADAL" clId="{232BE3A4-0DA3-47ED-8A17-1D942F526716}" dt="2026-02-12T10:49:56.932" v="15" actId="478"/>
          <ac:spMkLst>
            <pc:docMk/>
            <pc:sldMk cId="2492497229" sldId="271"/>
            <ac:spMk id="33" creationId="{1AE94D36-D07B-EEC2-0C79-10F863E2A0FB}"/>
          </ac:spMkLst>
        </pc:spChg>
        <pc:spChg chg="add mod">
          <ac:chgData name="SINGH Vinayak" userId="2dbe3c64-ed28-4aee-83d4-f528d86165be" providerId="ADAL" clId="{232BE3A4-0DA3-47ED-8A17-1D942F526716}" dt="2026-02-12T10:49:14.892" v="12" actId="1076"/>
          <ac:spMkLst>
            <pc:docMk/>
            <pc:sldMk cId="2492497229" sldId="271"/>
            <ac:spMk id="38" creationId="{1B5F66ED-2D23-29D5-66ED-F5EE72594034}"/>
          </ac:spMkLst>
        </pc:spChg>
        <pc:spChg chg="add mod">
          <ac:chgData name="SINGH Vinayak" userId="2dbe3c64-ed28-4aee-83d4-f528d86165be" providerId="ADAL" clId="{232BE3A4-0DA3-47ED-8A17-1D942F526716}" dt="2026-02-12T10:49:14.892" v="12" actId="1076"/>
          <ac:spMkLst>
            <pc:docMk/>
            <pc:sldMk cId="2492497229" sldId="271"/>
            <ac:spMk id="39" creationId="{616EF6EF-D552-B417-9152-54BDC667D0DF}"/>
          </ac:spMkLst>
        </pc:spChg>
        <pc:spChg chg="add mod">
          <ac:chgData name="SINGH Vinayak" userId="2dbe3c64-ed28-4aee-83d4-f528d86165be" providerId="ADAL" clId="{232BE3A4-0DA3-47ED-8A17-1D942F526716}" dt="2026-02-12T10:49:14.892" v="12" actId="1076"/>
          <ac:spMkLst>
            <pc:docMk/>
            <pc:sldMk cId="2492497229" sldId="271"/>
            <ac:spMk id="43" creationId="{31E7A1D6-4CAB-ECDA-DB89-56F76338A0E6}"/>
          </ac:spMkLst>
        </pc:spChg>
        <pc:spChg chg="add mod">
          <ac:chgData name="SINGH Vinayak" userId="2dbe3c64-ed28-4aee-83d4-f528d86165be" providerId="ADAL" clId="{232BE3A4-0DA3-47ED-8A17-1D942F526716}" dt="2026-02-12T10:49:14.892" v="12" actId="1076"/>
          <ac:spMkLst>
            <pc:docMk/>
            <pc:sldMk cId="2492497229" sldId="271"/>
            <ac:spMk id="48" creationId="{93397DE3-5691-58B2-9C4C-282767C7FB7C}"/>
          </ac:spMkLst>
        </pc:spChg>
        <pc:spChg chg="add mod">
          <ac:chgData name="SINGH Vinayak" userId="2dbe3c64-ed28-4aee-83d4-f528d86165be" providerId="ADAL" clId="{232BE3A4-0DA3-47ED-8A17-1D942F526716}" dt="2026-02-12T10:49:14.892" v="12" actId="1076"/>
          <ac:spMkLst>
            <pc:docMk/>
            <pc:sldMk cId="2492497229" sldId="271"/>
            <ac:spMk id="50" creationId="{73D35E29-F5B3-C2C4-A3C4-3C5713D7B615}"/>
          </ac:spMkLst>
        </pc:spChg>
        <pc:spChg chg="add mod">
          <ac:chgData name="SINGH Vinayak" userId="2dbe3c64-ed28-4aee-83d4-f528d86165be" providerId="ADAL" clId="{232BE3A4-0DA3-47ED-8A17-1D942F526716}" dt="2026-02-12T10:49:14.892" v="12" actId="1076"/>
          <ac:spMkLst>
            <pc:docMk/>
            <pc:sldMk cId="2492497229" sldId="271"/>
            <ac:spMk id="51" creationId="{863B4018-2D8E-FC60-8EC8-5933794E372C}"/>
          </ac:spMkLst>
        </pc:spChg>
        <pc:spChg chg="add mod">
          <ac:chgData name="SINGH Vinayak" userId="2dbe3c64-ed28-4aee-83d4-f528d86165be" providerId="ADAL" clId="{232BE3A4-0DA3-47ED-8A17-1D942F526716}" dt="2026-02-12T10:49:14.892" v="12" actId="1076"/>
          <ac:spMkLst>
            <pc:docMk/>
            <pc:sldMk cId="2492497229" sldId="271"/>
            <ac:spMk id="53" creationId="{440FF0D9-E76A-2D16-644E-34D58C0EC78D}"/>
          </ac:spMkLst>
        </pc:spChg>
        <pc:spChg chg="add mod">
          <ac:chgData name="SINGH Vinayak" userId="2dbe3c64-ed28-4aee-83d4-f528d86165be" providerId="ADAL" clId="{232BE3A4-0DA3-47ED-8A17-1D942F526716}" dt="2026-02-12T10:49:14.892" v="12" actId="1076"/>
          <ac:spMkLst>
            <pc:docMk/>
            <pc:sldMk cId="2492497229" sldId="271"/>
            <ac:spMk id="54" creationId="{7F5121EC-A31F-95FF-6282-32974B4EAD5A}"/>
          </ac:spMkLst>
        </pc:spChg>
        <pc:spChg chg="add mod">
          <ac:chgData name="SINGH Vinayak" userId="2dbe3c64-ed28-4aee-83d4-f528d86165be" providerId="ADAL" clId="{232BE3A4-0DA3-47ED-8A17-1D942F526716}" dt="2026-02-12T10:49:14.892" v="12" actId="1076"/>
          <ac:spMkLst>
            <pc:docMk/>
            <pc:sldMk cId="2492497229" sldId="271"/>
            <ac:spMk id="58" creationId="{8DB177A2-F714-DF0F-5BD8-2F627E13B9E4}"/>
          </ac:spMkLst>
        </pc:spChg>
        <pc:cxnChg chg="mod">
          <ac:chgData name="SINGH Vinayak" userId="2dbe3c64-ed28-4aee-83d4-f528d86165be" providerId="ADAL" clId="{232BE3A4-0DA3-47ED-8A17-1D942F526716}" dt="2026-02-12T10:49:56.932" v="15" actId="478"/>
          <ac:cxnSpMkLst>
            <pc:docMk/>
            <pc:sldMk cId="2492497229" sldId="271"/>
            <ac:cxnSpMk id="36" creationId="{47B2D75A-D424-6B0A-4994-8585B81CA8E3}"/>
          </ac:cxnSpMkLst>
        </pc:cxnChg>
      </pc:sldChg>
      <pc:sldChg chg="addSp delSp modSp add mod ord">
        <pc:chgData name="SINGH Vinayak" userId="2dbe3c64-ed28-4aee-83d4-f528d86165be" providerId="ADAL" clId="{232BE3A4-0DA3-47ED-8A17-1D942F526716}" dt="2026-02-12T10:55:46.348" v="164" actId="20577"/>
        <pc:sldMkLst>
          <pc:docMk/>
          <pc:sldMk cId="454681633" sldId="274"/>
        </pc:sldMkLst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23" creationId="{4B565913-3B5A-2482-3CAE-9AE9285FFF74}"/>
          </ac:spMkLst>
        </pc:spChg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25" creationId="{51352616-9CE2-465A-235D-3C1C43025552}"/>
          </ac:spMkLst>
        </pc:spChg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26" creationId="{1EEBBFD8-0A8C-EA77-620F-BDA2979BEE2F}"/>
          </ac:spMkLst>
        </pc:spChg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30" creationId="{187CA85A-9583-6C21-BBF2-32B182AAA7A6}"/>
          </ac:spMkLst>
        </pc:spChg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41" creationId="{83E3B165-9F5F-529B-F590-79743134027F}"/>
          </ac:spMkLst>
        </pc:spChg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44" creationId="{ED4794C1-2652-6BF2-67C5-292859FEC201}"/>
          </ac:spMkLst>
        </pc:spChg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45" creationId="{508F793A-80A7-786C-3955-5CC6E807B446}"/>
          </ac:spMkLst>
        </pc:spChg>
        <pc:spChg chg="del mod">
          <ac:chgData name="SINGH Vinayak" userId="2dbe3c64-ed28-4aee-83d4-f528d86165be" providerId="ADAL" clId="{232BE3A4-0DA3-47ED-8A17-1D942F526716}" dt="2026-02-12T10:52:08.977" v="115" actId="478"/>
          <ac:spMkLst>
            <pc:docMk/>
            <pc:sldMk cId="454681633" sldId="274"/>
            <ac:spMk id="46" creationId="{3B7CFAC4-9C75-AD3A-1DB9-897DA8BB8725}"/>
          </ac:spMkLst>
        </pc:spChg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50" creationId="{DF574AD5-836F-4F0A-9926-FA9051DA5A07}"/>
          </ac:spMkLst>
        </pc:spChg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56" creationId="{8534BB3D-3048-B87C-21B2-2C2D20E5E628}"/>
          </ac:spMkLst>
        </pc:spChg>
        <pc:spChg chg="del">
          <ac:chgData name="SINGH Vinayak" userId="2dbe3c64-ed28-4aee-83d4-f528d86165be" providerId="ADAL" clId="{232BE3A4-0DA3-47ED-8A17-1D942F526716}" dt="2026-02-12T10:50:39.024" v="19" actId="478"/>
          <ac:spMkLst>
            <pc:docMk/>
            <pc:sldMk cId="454681633" sldId="274"/>
            <ac:spMk id="61" creationId="{C1DD4262-B1E2-AC6C-CF43-902FF6896AF1}"/>
          </ac:spMkLst>
        </pc:spChg>
        <pc:spChg chg="add mod">
          <ac:chgData name="SINGH Vinayak" userId="2dbe3c64-ed28-4aee-83d4-f528d86165be" providerId="ADAL" clId="{232BE3A4-0DA3-47ED-8A17-1D942F526716}" dt="2026-02-12T10:53:21.004" v="132" actId="208"/>
          <ac:spMkLst>
            <pc:docMk/>
            <pc:sldMk cId="454681633" sldId="274"/>
            <ac:spMk id="70" creationId="{302A6CB0-67EE-C24D-79EB-88A6F521425A}"/>
          </ac:spMkLst>
        </pc:spChg>
        <pc:spChg chg="mod">
          <ac:chgData name="SINGH Vinayak" userId="2dbe3c64-ed28-4aee-83d4-f528d86165be" providerId="ADAL" clId="{232BE3A4-0DA3-47ED-8A17-1D942F526716}" dt="2026-02-12T10:53:54.092" v="150" actId="1035"/>
          <ac:spMkLst>
            <pc:docMk/>
            <pc:sldMk cId="454681633" sldId="274"/>
            <ac:spMk id="71" creationId="{F1F6741E-0822-F006-FB03-F46C8FEC6AFB}"/>
          </ac:spMkLst>
        </pc:spChg>
        <pc:spChg chg="add mod">
          <ac:chgData name="SINGH Vinayak" userId="2dbe3c64-ed28-4aee-83d4-f528d86165be" providerId="ADAL" clId="{232BE3A4-0DA3-47ED-8A17-1D942F526716}" dt="2026-02-12T10:51:01.526" v="60" actId="1036"/>
          <ac:spMkLst>
            <pc:docMk/>
            <pc:sldMk cId="454681633" sldId="274"/>
            <ac:spMk id="75" creationId="{AF7B2BDC-9A48-4103-827B-9041363C72E8}"/>
          </ac:spMkLst>
        </pc:spChg>
        <pc:spChg chg="add mod">
          <ac:chgData name="SINGH Vinayak" userId="2dbe3c64-ed28-4aee-83d4-f528d86165be" providerId="ADAL" clId="{232BE3A4-0DA3-47ED-8A17-1D942F526716}" dt="2026-02-12T10:51:01.526" v="60" actId="1036"/>
          <ac:spMkLst>
            <pc:docMk/>
            <pc:sldMk cId="454681633" sldId="274"/>
            <ac:spMk id="76" creationId="{082F95A7-6B57-0FAE-917C-81B193894A89}"/>
          </ac:spMkLst>
        </pc:spChg>
        <pc:spChg chg="mod">
          <ac:chgData name="SINGH Vinayak" userId="2dbe3c64-ed28-4aee-83d4-f528d86165be" providerId="ADAL" clId="{232BE3A4-0DA3-47ED-8A17-1D942F526716}" dt="2026-02-12T10:51:16.504" v="105" actId="1035"/>
          <ac:spMkLst>
            <pc:docMk/>
            <pc:sldMk cId="454681633" sldId="274"/>
            <ac:spMk id="77" creationId="{2F9B939C-E7B2-7550-3530-45E170A3FF82}"/>
          </ac:spMkLst>
        </pc:spChg>
        <pc:spChg chg="add mod">
          <ac:chgData name="SINGH Vinayak" userId="2dbe3c64-ed28-4aee-83d4-f528d86165be" providerId="ADAL" clId="{232BE3A4-0DA3-47ED-8A17-1D942F526716}" dt="2026-02-12T10:55:10.163" v="158" actId="1076"/>
          <ac:spMkLst>
            <pc:docMk/>
            <pc:sldMk cId="454681633" sldId="274"/>
            <ac:spMk id="78" creationId="{5F05CE92-7721-4BC5-4066-F8CDF2D3351E}"/>
          </ac:spMkLst>
        </pc:spChg>
        <pc:spChg chg="add mod">
          <ac:chgData name="SINGH Vinayak" userId="2dbe3c64-ed28-4aee-83d4-f528d86165be" providerId="ADAL" clId="{232BE3A4-0DA3-47ED-8A17-1D942F526716}" dt="2026-02-12T10:55:26.303" v="160" actId="1076"/>
          <ac:spMkLst>
            <pc:docMk/>
            <pc:sldMk cId="454681633" sldId="274"/>
            <ac:spMk id="79" creationId="{0BDE45F9-69AD-32DB-1655-4974F67FA268}"/>
          </ac:spMkLst>
        </pc:spChg>
        <pc:spChg chg="mod">
          <ac:chgData name="SINGH Vinayak" userId="2dbe3c64-ed28-4aee-83d4-f528d86165be" providerId="ADAL" clId="{232BE3A4-0DA3-47ED-8A17-1D942F526716}" dt="2026-02-12T10:55:26.303" v="160" actId="1076"/>
          <ac:spMkLst>
            <pc:docMk/>
            <pc:sldMk cId="454681633" sldId="274"/>
            <ac:spMk id="80" creationId="{AC581204-9CD3-156D-A24F-B3499AA42EDF}"/>
          </ac:spMkLst>
        </pc:spChg>
        <pc:spChg chg="add mod">
          <ac:chgData name="SINGH Vinayak" userId="2dbe3c64-ed28-4aee-83d4-f528d86165be" providerId="ADAL" clId="{232BE3A4-0DA3-47ED-8A17-1D942F526716}" dt="2026-02-12T10:55:26.303" v="160" actId="1076"/>
          <ac:spMkLst>
            <pc:docMk/>
            <pc:sldMk cId="454681633" sldId="274"/>
            <ac:spMk id="81" creationId="{733B54ED-1CA3-6585-BF51-46E4FFE25E85}"/>
          </ac:spMkLst>
        </pc:spChg>
        <pc:spChg chg="add mod">
          <ac:chgData name="SINGH Vinayak" userId="2dbe3c64-ed28-4aee-83d4-f528d86165be" providerId="ADAL" clId="{232BE3A4-0DA3-47ED-8A17-1D942F526716}" dt="2026-02-12T10:55:31.647" v="161" actId="14100"/>
          <ac:spMkLst>
            <pc:docMk/>
            <pc:sldMk cId="454681633" sldId="274"/>
            <ac:spMk id="82" creationId="{0B453BA5-41A1-AEB0-490E-661B62CB8918}"/>
          </ac:spMkLst>
        </pc:spChg>
        <pc:spChg chg="mod">
          <ac:chgData name="SINGH Vinayak" userId="2dbe3c64-ed28-4aee-83d4-f528d86165be" providerId="ADAL" clId="{232BE3A4-0DA3-47ED-8A17-1D942F526716}" dt="2026-02-12T10:55:46.348" v="164" actId="20577"/>
          <ac:spMkLst>
            <pc:docMk/>
            <pc:sldMk cId="454681633" sldId="274"/>
            <ac:spMk id="83" creationId="{E9277C3A-D1D9-48D0-2D21-87A50523514F}"/>
          </ac:spMkLst>
        </pc:spChg>
        <pc:spChg chg="mod">
          <ac:chgData name="SINGH Vinayak" userId="2dbe3c64-ed28-4aee-83d4-f528d86165be" providerId="ADAL" clId="{232BE3A4-0DA3-47ED-8A17-1D942F526716}" dt="2026-02-12T10:55:36.257" v="162" actId="1076"/>
          <ac:spMkLst>
            <pc:docMk/>
            <pc:sldMk cId="454681633" sldId="274"/>
            <ac:spMk id="84" creationId="{72104621-7078-70E2-3992-F8FD47E27E51}"/>
          </ac:spMkLst>
        </pc:spChg>
        <pc:spChg chg="mod">
          <ac:chgData name="SINGH Vinayak" userId="2dbe3c64-ed28-4aee-83d4-f528d86165be" providerId="ADAL" clId="{232BE3A4-0DA3-47ED-8A17-1D942F526716}" dt="2026-02-12T10:54:19.771" v="157" actId="1076"/>
          <ac:spMkLst>
            <pc:docMk/>
            <pc:sldMk cId="454681633" sldId="274"/>
            <ac:spMk id="85" creationId="{B2D9F719-0624-A9C5-437C-9CD809A72732}"/>
          </ac:spMkLst>
        </pc:spChg>
        <pc:spChg chg="add mod">
          <ac:chgData name="SINGH Vinayak" userId="2dbe3c64-ed28-4aee-83d4-f528d86165be" providerId="ADAL" clId="{232BE3A4-0DA3-47ED-8A17-1D942F526716}" dt="2026-02-12T10:54:12.543" v="156" actId="404"/>
          <ac:spMkLst>
            <pc:docMk/>
            <pc:sldMk cId="454681633" sldId="274"/>
            <ac:spMk id="86" creationId="{D8CF2297-829D-F7BE-D878-7FB62D3B2A3B}"/>
          </ac:spMkLst>
        </pc:spChg>
        <pc:spChg chg="add mod">
          <ac:chgData name="SINGH Vinayak" userId="2dbe3c64-ed28-4aee-83d4-f528d86165be" providerId="ADAL" clId="{232BE3A4-0DA3-47ED-8A17-1D942F526716}" dt="2026-02-12T10:55:15.794" v="159" actId="1076"/>
          <ac:spMkLst>
            <pc:docMk/>
            <pc:sldMk cId="454681633" sldId="274"/>
            <ac:spMk id="89" creationId="{A78B5D3B-8871-C820-178A-5D79B96586E4}"/>
          </ac:spMkLst>
        </pc:spChg>
        <pc:spChg chg="add mod">
          <ac:chgData name="SINGH Vinayak" userId="2dbe3c64-ed28-4aee-83d4-f528d86165be" providerId="ADAL" clId="{232BE3A4-0DA3-47ED-8A17-1D942F526716}" dt="2026-02-12T10:51:16.504" v="105" actId="1035"/>
          <ac:spMkLst>
            <pc:docMk/>
            <pc:sldMk cId="454681633" sldId="274"/>
            <ac:spMk id="90" creationId="{F7D2421F-5FCA-CB6E-5C59-33F44986E94C}"/>
          </ac:spMkLst>
        </pc:spChg>
        <pc:spChg chg="add mod ord">
          <ac:chgData name="SINGH Vinayak" userId="2dbe3c64-ed28-4aee-83d4-f528d86165be" providerId="ADAL" clId="{232BE3A4-0DA3-47ED-8A17-1D942F526716}" dt="2026-02-12T10:52:02.850" v="113" actId="167"/>
          <ac:spMkLst>
            <pc:docMk/>
            <pc:sldMk cId="454681633" sldId="274"/>
            <ac:spMk id="91" creationId="{BEF09FA1-53ED-A26E-F1F9-60814EA683BB}"/>
          </ac:spMkLst>
        </pc:spChg>
        <pc:spChg chg="add mod">
          <ac:chgData name="SINGH Vinayak" userId="2dbe3c64-ed28-4aee-83d4-f528d86165be" providerId="ADAL" clId="{232BE3A4-0DA3-47ED-8A17-1D942F526716}" dt="2026-02-12T10:52:34.065" v="117"/>
          <ac:spMkLst>
            <pc:docMk/>
            <pc:sldMk cId="454681633" sldId="274"/>
            <ac:spMk id="94" creationId="{4859A77E-FCC5-5045-B4D4-E04E8041A07A}"/>
          </ac:spMkLst>
        </pc:spChg>
        <pc:spChg chg="add mod">
          <ac:chgData name="SINGH Vinayak" userId="2dbe3c64-ed28-4aee-83d4-f528d86165be" providerId="ADAL" clId="{232BE3A4-0DA3-47ED-8A17-1D942F526716}" dt="2026-02-12T10:53:09.739" v="131" actId="404"/>
          <ac:spMkLst>
            <pc:docMk/>
            <pc:sldMk cId="454681633" sldId="274"/>
            <ac:spMk id="95" creationId="{D297AE64-1C20-A28E-C313-0BF373C8B5DF}"/>
          </ac:spMkLst>
        </pc:spChg>
        <pc:picChg chg="mod">
          <ac:chgData name="SINGH Vinayak" userId="2dbe3c64-ed28-4aee-83d4-f528d86165be" providerId="ADAL" clId="{232BE3A4-0DA3-47ED-8A17-1D942F526716}" dt="2026-02-12T10:53:54.092" v="150" actId="1035"/>
          <ac:picMkLst>
            <pc:docMk/>
            <pc:sldMk cId="454681633" sldId="274"/>
            <ac:picMk id="72" creationId="{09E87EC2-7D51-FAA4-B537-6C6081418C33}"/>
          </ac:picMkLst>
        </pc:picChg>
        <pc:picChg chg="mod">
          <ac:chgData name="SINGH Vinayak" userId="2dbe3c64-ed28-4aee-83d4-f528d86165be" providerId="ADAL" clId="{232BE3A4-0DA3-47ED-8A17-1D942F526716}" dt="2026-02-12T10:53:28.090" v="134" actId="207"/>
          <ac:picMkLst>
            <pc:docMk/>
            <pc:sldMk cId="454681633" sldId="274"/>
            <ac:picMk id="74" creationId="{6DC632C9-F74C-0001-6BE9-22C57015F77F}"/>
          </ac:picMkLst>
        </pc:picChg>
        <pc:picChg chg="add mod">
          <ac:chgData name="SINGH Vinayak" userId="2dbe3c64-ed28-4aee-83d4-f528d86165be" providerId="ADAL" clId="{232BE3A4-0DA3-47ED-8A17-1D942F526716}" dt="2026-02-12T10:52:34.065" v="117"/>
          <ac:picMkLst>
            <pc:docMk/>
            <pc:sldMk cId="454681633" sldId="274"/>
            <ac:picMk id="92" creationId="{EC78060C-8F83-E493-8502-C01FC0001ECD}"/>
          </ac:picMkLst>
        </pc:picChg>
        <pc:picChg chg="add mod">
          <ac:chgData name="SINGH Vinayak" userId="2dbe3c64-ed28-4aee-83d4-f528d86165be" providerId="ADAL" clId="{232BE3A4-0DA3-47ED-8A17-1D942F526716}" dt="2026-02-12T10:52:34.065" v="117"/>
          <ac:picMkLst>
            <pc:docMk/>
            <pc:sldMk cId="454681633" sldId="274"/>
            <ac:picMk id="93" creationId="{C8051EB7-4A17-9399-CCA6-CD9F0BA11E87}"/>
          </ac:picMkLst>
        </pc:picChg>
      </pc:sldChg>
    </pc:docChg>
  </pc:docChgLst>
  <pc:docChgLst>
    <pc:chgData name="ZENONI Emma" userId="S::emma.zenoni@edhec.com::02ffb14c-d42a-4454-bc80-2ba203feed45" providerId="AD" clId="Web-{A3A3BFC6-E24A-DCA3-ABFA-0F952C61FA9F}"/>
    <pc:docChg chg="addSld delSld modSld">
      <pc:chgData name="ZENONI Emma" userId="S::emma.zenoni@edhec.com::02ffb14c-d42a-4454-bc80-2ba203feed45" providerId="AD" clId="Web-{A3A3BFC6-E24A-DCA3-ABFA-0F952C61FA9F}" dt="2026-02-10T16:18:38.484" v="490"/>
      <pc:docMkLst>
        <pc:docMk/>
      </pc:docMkLst>
      <pc:sldChg chg="addSp delSp modSp">
        <pc:chgData name="ZENONI Emma" userId="S::emma.zenoni@edhec.com::02ffb14c-d42a-4454-bc80-2ba203feed45" providerId="AD" clId="Web-{A3A3BFC6-E24A-DCA3-ABFA-0F952C61FA9F}" dt="2026-02-10T16:17:28.764" v="489"/>
        <pc:sldMkLst>
          <pc:docMk/>
          <pc:sldMk cId="2152410739" sldId="259"/>
        </pc:sldMkLst>
        <pc:spChg chg="mod">
          <ac:chgData name="ZENONI Emma" userId="S::emma.zenoni@edhec.com::02ffb14c-d42a-4454-bc80-2ba203feed45" providerId="AD" clId="Web-{A3A3BFC6-E24A-DCA3-ABFA-0F952C61FA9F}" dt="2026-02-10T16:02:53.556" v="135"/>
          <ac:spMkLst>
            <pc:docMk/>
            <pc:sldMk cId="2152410739" sldId="259"/>
            <ac:spMk id="2" creationId="{CFA517B2-C302-9A7F-EEF3-F2FD6785C8E0}"/>
          </ac:spMkLst>
        </pc:spChg>
        <pc:spChg chg="add mod">
          <ac:chgData name="ZENONI Emma" userId="S::emma.zenoni@edhec.com::02ffb14c-d42a-4454-bc80-2ba203feed45" providerId="AD" clId="Web-{A3A3BFC6-E24A-DCA3-ABFA-0F952C61FA9F}" dt="2026-02-10T16:07:37.450" v="221" actId="20577"/>
          <ac:spMkLst>
            <pc:docMk/>
            <pc:sldMk cId="2152410739" sldId="259"/>
            <ac:spMk id="10" creationId="{2990514B-9D8E-02DE-F2E3-54E59508731C}"/>
          </ac:spMkLst>
        </pc:spChg>
        <pc:spChg chg="add mod">
          <ac:chgData name="ZENONI Emma" userId="S::emma.zenoni@edhec.com::02ffb14c-d42a-4454-bc80-2ba203feed45" providerId="AD" clId="Web-{A3A3BFC6-E24A-DCA3-ABFA-0F952C61FA9F}" dt="2026-02-10T16:07:49.263" v="223" actId="20577"/>
          <ac:spMkLst>
            <pc:docMk/>
            <pc:sldMk cId="2152410739" sldId="259"/>
            <ac:spMk id="13" creationId="{BCDAD089-90AC-1318-0EB3-841643776E7A}"/>
          </ac:spMkLst>
        </pc:spChg>
        <pc:spChg chg="add mod">
          <ac:chgData name="ZENONI Emma" userId="S::emma.zenoni@edhec.com::02ffb14c-d42a-4454-bc80-2ba203feed45" providerId="AD" clId="Web-{A3A3BFC6-E24A-DCA3-ABFA-0F952C61FA9F}" dt="2026-02-10T16:11:40.836" v="321" actId="20577"/>
          <ac:spMkLst>
            <pc:docMk/>
            <pc:sldMk cId="2152410739" sldId="259"/>
            <ac:spMk id="15" creationId="{CB5883DD-D710-71D7-1D4D-BA10F06DB983}"/>
          </ac:spMkLst>
        </pc:spChg>
        <pc:spChg chg="add mod">
          <ac:chgData name="ZENONI Emma" userId="S::emma.zenoni@edhec.com::02ffb14c-d42a-4454-bc80-2ba203feed45" providerId="AD" clId="Web-{A3A3BFC6-E24A-DCA3-ABFA-0F952C61FA9F}" dt="2026-02-10T16:10:23.161" v="271"/>
          <ac:spMkLst>
            <pc:docMk/>
            <pc:sldMk cId="2152410739" sldId="259"/>
            <ac:spMk id="16" creationId="{31004183-725D-F177-4775-6BCDD67DF3E4}"/>
          </ac:spMkLst>
        </pc:spChg>
        <pc:spChg chg="add mod">
          <ac:chgData name="ZENONI Emma" userId="S::emma.zenoni@edhec.com::02ffb14c-d42a-4454-bc80-2ba203feed45" providerId="AD" clId="Web-{A3A3BFC6-E24A-DCA3-ABFA-0F952C61FA9F}" dt="2026-02-10T16:10:20.020" v="270"/>
          <ac:spMkLst>
            <pc:docMk/>
            <pc:sldMk cId="2152410739" sldId="259"/>
            <ac:spMk id="17" creationId="{CFF9550F-F96C-33DD-EE5F-CB2C75758FC2}"/>
          </ac:spMkLst>
        </pc:spChg>
        <pc:spChg chg="add mod">
          <ac:chgData name="ZENONI Emma" userId="S::emma.zenoni@edhec.com::02ffb14c-d42a-4454-bc80-2ba203feed45" providerId="AD" clId="Web-{A3A3BFC6-E24A-DCA3-ABFA-0F952C61FA9F}" dt="2026-02-10T16:09:26.456" v="253" actId="1076"/>
          <ac:spMkLst>
            <pc:docMk/>
            <pc:sldMk cId="2152410739" sldId="259"/>
            <ac:spMk id="23" creationId="{2EDE4149-70FF-D392-7BF6-2E943A7253EE}"/>
          </ac:spMkLst>
        </pc:spChg>
        <pc:spChg chg="add mod">
          <ac:chgData name="ZENONI Emma" userId="S::emma.zenoni@edhec.com::02ffb14c-d42a-4454-bc80-2ba203feed45" providerId="AD" clId="Web-{A3A3BFC6-E24A-DCA3-ABFA-0F952C61FA9F}" dt="2026-02-10T16:12:03.493" v="345" actId="20577"/>
          <ac:spMkLst>
            <pc:docMk/>
            <pc:sldMk cId="2152410739" sldId="259"/>
            <ac:spMk id="29" creationId="{0E82BBF4-DE99-F238-E352-2A383E562362}"/>
          </ac:spMkLst>
        </pc:spChg>
        <pc:spChg chg="add del mod">
          <ac:chgData name="ZENONI Emma" userId="S::emma.zenoni@edhec.com::02ffb14c-d42a-4454-bc80-2ba203feed45" providerId="AD" clId="Web-{A3A3BFC6-E24A-DCA3-ABFA-0F952C61FA9F}" dt="2026-02-10T16:17:14.045" v="474" actId="1076"/>
          <ac:spMkLst>
            <pc:docMk/>
            <pc:sldMk cId="2152410739" sldId="259"/>
            <ac:spMk id="30" creationId="{E870A1B2-CDE5-B7BB-AA6A-2E36AA5CBCAF}"/>
          </ac:spMkLst>
        </pc:spChg>
        <pc:spChg chg="add mod">
          <ac:chgData name="ZENONI Emma" userId="S::emma.zenoni@edhec.com::02ffb14c-d42a-4454-bc80-2ba203feed45" providerId="AD" clId="Web-{A3A3BFC6-E24A-DCA3-ABFA-0F952C61FA9F}" dt="2026-02-10T16:17:14.092" v="475" actId="1076"/>
          <ac:spMkLst>
            <pc:docMk/>
            <pc:sldMk cId="2152410739" sldId="259"/>
            <ac:spMk id="31" creationId="{0344BFAA-BFDC-DB7B-A8FE-5249647F2480}"/>
          </ac:spMkLst>
        </pc:spChg>
        <pc:spChg chg="add mod">
          <ac:chgData name="ZENONI Emma" userId="S::emma.zenoni@edhec.com::02ffb14c-d42a-4454-bc80-2ba203feed45" providerId="AD" clId="Web-{A3A3BFC6-E24A-DCA3-ABFA-0F952C61FA9F}" dt="2026-02-10T16:17:03.592" v="469" actId="14100"/>
          <ac:spMkLst>
            <pc:docMk/>
            <pc:sldMk cId="2152410739" sldId="259"/>
            <ac:spMk id="43" creationId="{1C4B1CAF-4C59-7985-C393-E023B59575DA}"/>
          </ac:spMkLst>
        </pc:spChg>
        <pc:graphicFrameChg chg="add mod modGraphic">
          <ac:chgData name="ZENONI Emma" userId="S::emma.zenoni@edhec.com::02ffb14c-d42a-4454-bc80-2ba203feed45" providerId="AD" clId="Web-{A3A3BFC6-E24A-DCA3-ABFA-0F952C61FA9F}" dt="2026-02-10T16:17:14.139" v="476" actId="1076"/>
          <ac:graphicFrameMkLst>
            <pc:docMk/>
            <pc:sldMk cId="2152410739" sldId="259"/>
            <ac:graphicFrameMk id="37" creationId="{78D88CBB-6D90-0930-4D8E-1E8FC8D0C0AB}"/>
          </ac:graphicFrameMkLst>
        </pc:graphicFrameChg>
        <pc:graphicFrameChg chg="add mod modGraphic">
          <ac:chgData name="ZENONI Emma" userId="S::emma.zenoni@edhec.com::02ffb14c-d42a-4454-bc80-2ba203feed45" providerId="AD" clId="Web-{A3A3BFC6-E24A-DCA3-ABFA-0F952C61FA9F}" dt="2026-02-10T16:17:28.764" v="489"/>
          <ac:graphicFrameMkLst>
            <pc:docMk/>
            <pc:sldMk cId="2152410739" sldId="259"/>
            <ac:graphicFrameMk id="39" creationId="{6B34D07E-4F57-53B0-E5B9-665A8AB0402D}"/>
          </ac:graphicFrameMkLst>
        </pc:graphicFrameChg>
      </pc:sldChg>
    </pc:docChg>
  </pc:docChgLst>
  <pc:docChgLst>
    <pc:chgData name="MOUTAL Jules" userId="S::jules.moutal@edhec.com::708a7e9e-dbef-4d56-8913-a9acce4fbd1a" providerId="AD" clId="Web-{1B79D680-2C9A-BC0B-DD14-815C5E71EFC1}"/>
    <pc:docChg chg="modSld">
      <pc:chgData name="MOUTAL Jules" userId="S::jules.moutal@edhec.com::708a7e9e-dbef-4d56-8913-a9acce4fbd1a" providerId="AD" clId="Web-{1B79D680-2C9A-BC0B-DD14-815C5E71EFC1}" dt="2026-02-12T21:53:43.284" v="20" actId="20577"/>
      <pc:docMkLst>
        <pc:docMk/>
      </pc:docMkLst>
      <pc:sldChg chg="modSp">
        <pc:chgData name="MOUTAL Jules" userId="S::jules.moutal@edhec.com::708a7e9e-dbef-4d56-8913-a9acce4fbd1a" providerId="AD" clId="Web-{1B79D680-2C9A-BC0B-DD14-815C5E71EFC1}" dt="2026-02-12T21:53:43.284" v="20" actId="20577"/>
        <pc:sldMkLst>
          <pc:docMk/>
          <pc:sldMk cId="1791131923" sldId="270"/>
        </pc:sldMkLst>
        <pc:spChg chg="mod">
          <ac:chgData name="MOUTAL Jules" userId="S::jules.moutal@edhec.com::708a7e9e-dbef-4d56-8913-a9acce4fbd1a" providerId="AD" clId="Web-{1B79D680-2C9A-BC0B-DD14-815C5E71EFC1}" dt="2026-02-12T21:53:43.284" v="20" actId="20577"/>
          <ac:spMkLst>
            <pc:docMk/>
            <pc:sldMk cId="1791131923" sldId="270"/>
            <ac:spMk id="18" creationId="{2D9F0E59-3F1A-4175-FF5F-F229286428A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454FA-D57D-B440-AA68-490CE16E0241}" type="datetimeFigureOut">
              <a:rPr lang="en-FR" smtClean="0"/>
              <a:t>05/30/2026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5BD6D-00C2-C744-A857-0B2F458BFCEE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99595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</a:t>
            </a:r>
            <a:r>
              <a:rPr lang="en-FR"/>
              <a:t>peaker : Linus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71737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</a:t>
            </a:r>
            <a:r>
              <a:rPr lang="en-FR"/>
              <a:t>peaker : Hugo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42900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BAB9E-8B8D-EFAF-DD40-82E1AB49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CE434-7718-7110-06CF-800C4573B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7A1A9-B3B2-59A2-1E6A-C15795FA9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</a:t>
            </a:r>
            <a:r>
              <a:rPr lang="en-FR"/>
              <a:t>peaker : Quitterie</a:t>
            </a:r>
          </a:p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BD7F8-A606-C3E8-CC68-8C48BA9B5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01410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>
                <a:ea typeface="+mn-lt"/>
                <a:cs typeface="+mn-lt"/>
              </a:rPr>
              <a:t>Speaker: Emma</a:t>
            </a:r>
            <a:endParaRPr lang="fr-FR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47062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 integration in the project: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 checking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 relevant recipes regarding food available in the next year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track food trends from social media to be on page and make buzz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Production/forecast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Promotions planning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Staff management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Advertising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 etiquette and carbon bilan for each meals</a:t>
            </a:r>
          </a:p>
          <a:p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Faire la liste des produits</a:t>
            </a:r>
          </a:p>
          <a:p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Prouver qu’il y aura une vraie substitution</a:t>
            </a:r>
          </a:p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14910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0BAC5-71A5-4050-10AB-B69FFDD8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184C7-1EBE-6FED-65F5-02466B1BC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DC5BB-CEB7-792E-0138-DC53888B6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 integration in the project: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 checking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 relevant recipes regarding food available in the next year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track food trends from social media to be on page and make buzz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Production/forecast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Promotions planning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Staff management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Advertising </a:t>
            </a:r>
          </a:p>
          <a:p>
            <a:pPr lvl="0"/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 etiquette and carbon bilan for each meals</a:t>
            </a:r>
          </a:p>
          <a:p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Faire la liste des produits</a:t>
            </a:r>
          </a:p>
          <a:p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Prouver qu’il y aura une vraie substitution</a:t>
            </a:r>
          </a:p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594AE-3389-F10E-0C3F-8DC2DC198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92464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B658-346D-B53D-CEDF-934233157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30110-ECC2-BE71-1576-ED2AAA9C5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93D04-3306-61AA-3ED4-C24079221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peaker : Jules</a:t>
            </a:r>
          </a:p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AE28E-7F6A-E06F-D03C-842B7E664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6756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6594-7719-DC7C-653B-5EFE763C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80B9C-3ACE-8AC1-531D-33E88DF13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52896-6832-0834-A67A-B8A0DC82C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/>
              <a:t>Speaker: Sana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0AC4A-A8A5-C067-DD3E-D4131E931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01026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EA8A4-089F-54B3-1119-65A90B12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46DE2-B2F4-A83B-5C45-3243C0713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AC30C-0675-9AA8-3656-12A53611D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peaker: Hugo</a:t>
            </a:r>
          </a:p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41B29-09BD-ADE9-C92A-27664CF04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10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94726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13E4-A1DB-4941-330B-1861A85A7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61355-A853-0930-AD37-C95534B4E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BD103-7FF8-D4CB-5CB0-AB1304611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9BAE6-994B-A20A-F5DB-0A56EC1B7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5BD6D-00C2-C744-A857-0B2F458BFCEE}" type="slidenum">
              <a:rPr lang="en-FR" smtClean="0"/>
              <a:t>12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09880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23870" y="392384"/>
            <a:ext cx="10515600" cy="701954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3870" y="1273725"/>
            <a:ext cx="10515600" cy="4903238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84C2F4-7C52-7361-7BDE-03ACEC257E78}"/>
              </a:ext>
            </a:extLst>
          </p:cNvPr>
          <p:cNvSpPr/>
          <p:nvPr userDrawn="1"/>
        </p:nvSpPr>
        <p:spPr>
          <a:xfrm>
            <a:off x="-742122" y="742121"/>
            <a:ext cx="432000" cy="432000"/>
          </a:xfrm>
          <a:prstGeom prst="rect">
            <a:avLst/>
          </a:prstGeom>
          <a:solidFill>
            <a:srgbClr val="BB0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42444F-A20B-5D62-3FD0-5FBDE084ADD2}"/>
              </a:ext>
            </a:extLst>
          </p:cNvPr>
          <p:cNvSpPr/>
          <p:nvPr userDrawn="1"/>
        </p:nvSpPr>
        <p:spPr>
          <a:xfrm>
            <a:off x="-742122" y="1464364"/>
            <a:ext cx="432000" cy="43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A174D-47A5-6123-22F0-0E79E88B2C64}"/>
              </a:ext>
            </a:extLst>
          </p:cNvPr>
          <p:cNvSpPr/>
          <p:nvPr userDrawn="1"/>
        </p:nvSpPr>
        <p:spPr>
          <a:xfrm>
            <a:off x="-742122" y="2186607"/>
            <a:ext cx="432000" cy="432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3" name="Picture 12" descr="A red and black logo&#10;&#10;AI-generated content may be incorrect.">
            <a:extLst>
              <a:ext uri="{FF2B5EF4-FFF2-40B4-BE49-F238E27FC236}">
                <a16:creationId xmlns:a16="http://schemas.microsoft.com/office/drawing/2014/main" id="{FB4658C8-8CC6-6670-42AC-E664C1F32B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074" y="549503"/>
            <a:ext cx="1981203" cy="367855"/>
          </a:xfrm>
          <a:prstGeom prst="rect">
            <a:avLst/>
          </a:prstGeom>
        </p:spPr>
      </p:pic>
      <p:pic>
        <p:nvPicPr>
          <p:cNvPr id="8" name="Picture 4" descr="Nouveau logo de l'EDHEC : la marque évolue ! - Prépa ECG">
            <a:extLst>
              <a:ext uri="{FF2B5EF4-FFF2-40B4-BE49-F238E27FC236}">
                <a16:creationId xmlns:a16="http://schemas.microsoft.com/office/drawing/2014/main" id="{ACE01748-3574-D8BF-86F5-4155C3E43A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6" y="6125112"/>
            <a:ext cx="1716499" cy="49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BA67C1F-C344-6862-6865-F15DA8E20FB8}"/>
              </a:ext>
            </a:extLst>
          </p:cNvPr>
          <p:cNvSpPr/>
          <p:nvPr userDrawn="1"/>
        </p:nvSpPr>
        <p:spPr>
          <a:xfrm>
            <a:off x="-2" y="6692348"/>
            <a:ext cx="12192001" cy="165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8CBF22-56A8-32AE-C88C-9525FBA8B93E}"/>
              </a:ext>
            </a:extLst>
          </p:cNvPr>
          <p:cNvCxnSpPr>
            <a:cxnSpLocks/>
          </p:cNvCxnSpPr>
          <p:nvPr userDrawn="1"/>
        </p:nvCxnSpPr>
        <p:spPr>
          <a:xfrm>
            <a:off x="497366" y="1037631"/>
            <a:ext cx="924670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78" userDrawn="1">
          <p15:clr>
            <a:srgbClr val="FBAE40"/>
          </p15:clr>
        </p15:guide>
        <p15:guide id="3" pos="30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30/05/2026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edheccom-my.sharepoint.com/:v:/g/personal/hugo_arab_edhec_com/IQB_CcxBh_KQQruJaSNkoYnUAZQLRSmIwg63H8jsIrfWVys?e=b0yzc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sign with white text&#10;&#10;AI-generated content may be incorrect.">
            <a:extLst>
              <a:ext uri="{FF2B5EF4-FFF2-40B4-BE49-F238E27FC236}">
                <a16:creationId xmlns:a16="http://schemas.microsoft.com/office/drawing/2014/main" id="{66C93C5B-FE8F-FC27-EAC3-4C96C65F70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6" b="1097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66B849-9F7A-4018-0664-50E50BE3A03C}"/>
              </a:ext>
            </a:extLst>
          </p:cNvPr>
          <p:cNvSpPr/>
          <p:nvPr/>
        </p:nvSpPr>
        <p:spPr>
          <a:xfrm>
            <a:off x="-742122" y="742121"/>
            <a:ext cx="432000" cy="432000"/>
          </a:xfrm>
          <a:prstGeom prst="rect">
            <a:avLst/>
          </a:prstGeom>
          <a:solidFill>
            <a:srgbClr val="BB0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637431-57F1-3307-564E-ADF3CC38EEFB}"/>
              </a:ext>
            </a:extLst>
          </p:cNvPr>
          <p:cNvSpPr/>
          <p:nvPr/>
        </p:nvSpPr>
        <p:spPr>
          <a:xfrm>
            <a:off x="-742122" y="1464364"/>
            <a:ext cx="432000" cy="43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8" name="Picture 7" descr="A red and black logo&#10;&#10;AI-generated content may be incorrect.">
            <a:extLst>
              <a:ext uri="{FF2B5EF4-FFF2-40B4-BE49-F238E27FC236}">
                <a16:creationId xmlns:a16="http://schemas.microsoft.com/office/drawing/2014/main" id="{0D40DF7F-FB21-4826-9630-CA43B74E0B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413" y="3644589"/>
            <a:ext cx="3029536" cy="562502"/>
          </a:xfrm>
          <a:prstGeom prst="rect">
            <a:avLst/>
          </a:prstGeom>
        </p:spPr>
      </p:pic>
      <p:sp>
        <p:nvSpPr>
          <p:cNvPr id="3" name="Google Shape;125;p18">
            <a:extLst>
              <a:ext uri="{FF2B5EF4-FFF2-40B4-BE49-F238E27FC236}">
                <a16:creationId xmlns:a16="http://schemas.microsoft.com/office/drawing/2014/main" id="{AD512F80-17AA-739E-D4CB-1837AD4BE9F2}"/>
              </a:ext>
            </a:extLst>
          </p:cNvPr>
          <p:cNvSpPr txBox="1">
            <a:spLocks/>
          </p:cNvSpPr>
          <p:nvPr/>
        </p:nvSpPr>
        <p:spPr>
          <a:xfrm>
            <a:off x="623250" y="3644589"/>
            <a:ext cx="8235873" cy="471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38100" tIns="38100" rIns="38100" bIns="38100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2300"/>
              <a:buFont typeface="Helvetica Neue"/>
              <a:buNone/>
            </a:pPr>
            <a:r>
              <a:rPr lang="en-GB" sz="3200" b="1" dirty="0">
                <a:solidFill>
                  <a:schemeClr val="accent6">
                    <a:lumMod val="76000"/>
                  </a:schemeClr>
                </a:solidFill>
                <a:latin typeface="Aptos" panose="020B0004020202020204" pitchFamily="34" charset="0"/>
                <a:ea typeface="Helvetica Neue"/>
                <a:cs typeface="Helvetica Neue"/>
                <a:sym typeface="Helvetica Neue"/>
              </a:rPr>
              <a:t>Sustainable AI for</a:t>
            </a:r>
            <a:endParaRPr lang="en-GB" sz="3200" b="1" dirty="0">
              <a:solidFill>
                <a:schemeClr val="accent6">
                  <a:lumMod val="76000"/>
                </a:schemeClr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6" name="Google Shape;125;p18">
            <a:extLst>
              <a:ext uri="{FF2B5EF4-FFF2-40B4-BE49-F238E27FC236}">
                <a16:creationId xmlns:a16="http://schemas.microsoft.com/office/drawing/2014/main" id="{2F802330-1E27-40FD-50F5-A77DDE8C89F1}"/>
              </a:ext>
            </a:extLst>
          </p:cNvPr>
          <p:cNvSpPr txBox="1">
            <a:spLocks/>
          </p:cNvSpPr>
          <p:nvPr/>
        </p:nvSpPr>
        <p:spPr>
          <a:xfrm>
            <a:off x="2314890" y="2422208"/>
            <a:ext cx="8235873" cy="10053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38100" tIns="38100" rIns="38100" bIns="38100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GB" sz="5400" b="1" dirty="0">
                <a:solidFill>
                  <a:srgbClr val="000000"/>
                </a:solidFill>
                <a:latin typeface="Aptos" panose="020B0004020202020204" pitchFamily="34" charset="0"/>
                <a:sym typeface="Helvetica Neue"/>
              </a:rPr>
              <a:t>Second Value Campaign</a:t>
            </a:r>
            <a:endParaRPr lang="de-DE" sz="5400" b="1" dirty="0">
              <a:latin typeface="Aptos" panose="020B0004020202020204" pitchFamily="34" charset="0"/>
            </a:endParaRPr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06C08F40-6E2F-6BCF-96EB-F1A7CF622675}"/>
              </a:ext>
            </a:extLst>
          </p:cNvPr>
          <p:cNvSpPr/>
          <p:nvPr/>
        </p:nvSpPr>
        <p:spPr>
          <a:xfrm>
            <a:off x="10194401" y="5084581"/>
            <a:ext cx="979200" cy="11232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4"/>
            <a:stretch>
              <a:fillRect b="-333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7E94FF7-CE2A-8212-E4F1-76B6C23BE10C}"/>
              </a:ext>
            </a:extLst>
          </p:cNvPr>
          <p:cNvSpPr txBox="1">
            <a:spLocks/>
          </p:cNvSpPr>
          <p:nvPr/>
        </p:nvSpPr>
        <p:spPr>
          <a:xfrm>
            <a:off x="9409176" y="6277577"/>
            <a:ext cx="2549651" cy="580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de-CH" sz="1600" dirty="0"/>
              <a:t>By Vinayak Singh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5D2A-4B46-0049-A869-DEC11B0C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39C1-FC96-E3FF-ADBD-7222C28B7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0" y="340760"/>
            <a:ext cx="9229730" cy="701954"/>
          </a:xfrm>
        </p:spPr>
        <p:txBody>
          <a:bodyPr>
            <a:noAutofit/>
          </a:bodyPr>
          <a:lstStyle/>
          <a:p>
            <a:pPr>
              <a:lnSpc>
                <a:spcPct val="60000"/>
              </a:lnSpc>
            </a:pPr>
            <a:r>
              <a:rPr lang="en-GB" sz="3200" b="1"/>
              <a:t>The solution: AI-powered circular ready-to-eat meals from second value fresh food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A0DD64-724F-F9CF-F4CD-BB402B356677}"/>
              </a:ext>
            </a:extLst>
          </p:cNvPr>
          <p:cNvSpPr/>
          <p:nvPr/>
        </p:nvSpPr>
        <p:spPr>
          <a:xfrm>
            <a:off x="523868" y="3675138"/>
            <a:ext cx="11054572" cy="701954"/>
          </a:xfrm>
          <a:prstGeom prst="roundRect">
            <a:avLst/>
          </a:prstGeom>
          <a:noFill/>
          <a:ln w="19050">
            <a:solidFill>
              <a:srgbClr val="BB001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C02A35-4C1A-63CA-CAEB-5BEB68866DCA}"/>
              </a:ext>
            </a:extLst>
          </p:cNvPr>
          <p:cNvSpPr/>
          <p:nvPr/>
        </p:nvSpPr>
        <p:spPr>
          <a:xfrm>
            <a:off x="523868" y="4494327"/>
            <a:ext cx="11054572" cy="701954"/>
          </a:xfrm>
          <a:prstGeom prst="roundRect">
            <a:avLst/>
          </a:prstGeom>
          <a:noFill/>
          <a:ln w="19050">
            <a:solidFill>
              <a:srgbClr val="BB001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738EBE-3B05-FE51-3501-871733B7C99C}"/>
              </a:ext>
            </a:extLst>
          </p:cNvPr>
          <p:cNvSpPr/>
          <p:nvPr/>
        </p:nvSpPr>
        <p:spPr>
          <a:xfrm>
            <a:off x="523867" y="5325093"/>
            <a:ext cx="11054571" cy="701954"/>
          </a:xfrm>
          <a:prstGeom prst="roundRect">
            <a:avLst/>
          </a:prstGeom>
          <a:noFill/>
          <a:ln w="19050">
            <a:solidFill>
              <a:srgbClr val="BB001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9C191FE-32D3-5E10-173C-16E3EA8F43CF}"/>
              </a:ext>
            </a:extLst>
          </p:cNvPr>
          <p:cNvSpPr txBox="1">
            <a:spLocks/>
          </p:cNvSpPr>
          <p:nvPr/>
        </p:nvSpPr>
        <p:spPr>
          <a:xfrm>
            <a:off x="584985" y="3735904"/>
            <a:ext cx="2190008" cy="580422"/>
          </a:xfrm>
          <a:prstGeom prst="round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sz="1800" b="1">
                <a:solidFill>
                  <a:schemeClr val="bg1"/>
                </a:solidFill>
              </a:rPr>
              <a:t>BUSINESS</a:t>
            </a:r>
            <a:endParaRPr lang="en-GB" sz="1800">
              <a:solidFill>
                <a:schemeClr val="bg1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31B3CD9-66A5-A1D2-BFE2-5C8A9BECA22F}"/>
              </a:ext>
            </a:extLst>
          </p:cNvPr>
          <p:cNvSpPr txBox="1">
            <a:spLocks/>
          </p:cNvSpPr>
          <p:nvPr/>
        </p:nvSpPr>
        <p:spPr>
          <a:xfrm>
            <a:off x="584985" y="4555093"/>
            <a:ext cx="2190008" cy="580422"/>
          </a:xfrm>
          <a:prstGeom prst="round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fr-FR" sz="1800" b="1">
                <a:solidFill>
                  <a:schemeClr val="bg1"/>
                </a:solidFill>
              </a:rPr>
              <a:t>SUSTAINABILITY</a:t>
            </a:r>
            <a:endParaRPr lang="de-D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E3EC4C9-B0CF-8BD5-2463-840113B21C36}"/>
              </a:ext>
            </a:extLst>
          </p:cNvPr>
          <p:cNvSpPr txBox="1">
            <a:spLocks/>
          </p:cNvSpPr>
          <p:nvPr/>
        </p:nvSpPr>
        <p:spPr>
          <a:xfrm>
            <a:off x="584985" y="5385859"/>
            <a:ext cx="2190008" cy="580422"/>
          </a:xfrm>
          <a:prstGeom prst="round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GB" sz="1800" b="1">
                <a:solidFill>
                  <a:schemeClr val="bg1"/>
                </a:solidFill>
              </a:rPr>
              <a:t>OPERATIONS/AI</a:t>
            </a:r>
            <a:endParaRPr lang="fr-FR" sz="1800">
              <a:solidFill>
                <a:srgbClr val="000000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C9C40B9-4E96-9A82-8127-CE4999E44F67}"/>
              </a:ext>
            </a:extLst>
          </p:cNvPr>
          <p:cNvSpPr txBox="1">
            <a:spLocks/>
          </p:cNvSpPr>
          <p:nvPr/>
        </p:nvSpPr>
        <p:spPr>
          <a:xfrm>
            <a:off x="2961467" y="3709666"/>
            <a:ext cx="8519333" cy="619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/>
              <a:t>Turn unsold fresh food into profitable ready-to-eat meals that drive incremental revenue and basket growth.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EC1DC2F-5CF5-4CC7-DC3E-F8DC1BC5490A}"/>
              </a:ext>
            </a:extLst>
          </p:cNvPr>
          <p:cNvSpPr txBox="1">
            <a:spLocks/>
          </p:cNvSpPr>
          <p:nvPr/>
        </p:nvSpPr>
        <p:spPr>
          <a:xfrm>
            <a:off x="2955865" y="5396544"/>
            <a:ext cx="8974048" cy="585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/>
              <a:t>Use AI to pilot inventory, recipes, and daily production with minimal additional operational complexity.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3865F64D-A679-D350-951E-87FEC4A72A7C}"/>
              </a:ext>
            </a:extLst>
          </p:cNvPr>
          <p:cNvSpPr/>
          <p:nvPr/>
        </p:nvSpPr>
        <p:spPr>
          <a:xfrm>
            <a:off x="5309685" y="1842982"/>
            <a:ext cx="1279801" cy="105752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4" name="Picture 3" descr="A table with food on it&#10;&#10;AI-generated content may be incorrect.">
            <a:extLst>
              <a:ext uri="{FF2B5EF4-FFF2-40B4-BE49-F238E27FC236}">
                <a16:creationId xmlns:a16="http://schemas.microsoft.com/office/drawing/2014/main" id="{3DF4A49D-3B94-5B3C-F44C-AA085C9D37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73" r="24627" b="13765"/>
          <a:stretch>
            <a:fillRect/>
          </a:stretch>
        </p:blipFill>
        <p:spPr>
          <a:xfrm>
            <a:off x="1611072" y="1303998"/>
            <a:ext cx="3339951" cy="2135493"/>
          </a:xfrm>
          <a:prstGeom prst="round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" name="Grafik 2" descr="Ein Bild, das konservierte Lebensmittel, Behälter für Lebensmittellagerung, Einmachglas, Essen enthält.&#10;&#10;KI-generierte Inhalte können fehlerhaft sein.">
            <a:extLst>
              <a:ext uri="{FF2B5EF4-FFF2-40B4-BE49-F238E27FC236}">
                <a16:creationId xmlns:a16="http://schemas.microsoft.com/office/drawing/2014/main" id="{03EF43E9-01E2-8495-47BC-5DEE4033EC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29" r="168" b="11013"/>
          <a:stretch>
            <a:fillRect/>
          </a:stretch>
        </p:blipFill>
        <p:spPr>
          <a:xfrm>
            <a:off x="6923998" y="1309782"/>
            <a:ext cx="3487593" cy="2123924"/>
          </a:xfrm>
          <a:prstGeom prst="round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3CB8D05-2B92-35AB-53B9-74C7D45B3A0A}"/>
              </a:ext>
            </a:extLst>
          </p:cNvPr>
          <p:cNvSpPr txBox="1"/>
          <p:nvPr/>
        </p:nvSpPr>
        <p:spPr>
          <a:xfrm>
            <a:off x="2959652" y="4527827"/>
            <a:ext cx="861943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aseline="0">
                <a:latin typeface="Aptos"/>
              </a:rPr>
              <a:t>Reduce food waste and carbon footprint by replacing industrial meals with lower-impact, in-store prepared alternatives.</a:t>
            </a:r>
            <a:r>
              <a:rPr sz="1600">
                <a:latin typeface="Aptos"/>
                <a:ea typeface="Aptos"/>
                <a:cs typeface="Aptos"/>
              </a:rPr>
              <a:t>​</a:t>
            </a:r>
            <a:endParaRPr lang="de-DE" sz="1600"/>
          </a:p>
        </p:txBody>
      </p:sp>
    </p:spTree>
    <p:extLst>
      <p:ext uri="{BB962C8B-B14F-4D97-AF65-F5344CB8AC3E}">
        <p14:creationId xmlns:p14="http://schemas.microsoft.com/office/powerpoint/2010/main" val="3667817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E8C9-7787-F5E5-7957-934C616F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1227-CA2E-8C84-2F3E-FF684E2C0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0" y="341584"/>
            <a:ext cx="9229730" cy="701954"/>
          </a:xfrm>
        </p:spPr>
        <p:txBody>
          <a:bodyPr>
            <a:noAutofit/>
          </a:bodyPr>
          <a:lstStyle/>
          <a:p>
            <a:pPr>
              <a:lnSpc>
                <a:spcPct val="60000"/>
              </a:lnSpc>
            </a:pPr>
            <a:r>
              <a:rPr lang="en-GB" sz="3200" b="1"/>
              <a:t>Turning 2</a:t>
            </a:r>
            <a:r>
              <a:rPr lang="en-US" sz="3200" b="1" baseline="30000"/>
              <a:t>nd</a:t>
            </a:r>
            <a:r>
              <a:rPr lang="en-GB" sz="3200" b="1"/>
              <a:t> value food into a high-margin revenue stream</a:t>
            </a:r>
            <a:endParaRPr lang="en-FR" sz="3200" b="1">
              <a:solidFill>
                <a:schemeClr val="bg1"/>
              </a:solidFill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ACD39AB-BA26-3EAF-7E8A-D99935575F6C}"/>
              </a:ext>
            </a:extLst>
          </p:cNvPr>
          <p:cNvSpPr/>
          <p:nvPr/>
        </p:nvSpPr>
        <p:spPr>
          <a:xfrm>
            <a:off x="2267298" y="1339975"/>
            <a:ext cx="6588370" cy="1101847"/>
          </a:xfrm>
          <a:prstGeom prst="roundRect">
            <a:avLst/>
          </a:prstGeom>
          <a:solidFill>
            <a:schemeClr val="bg1"/>
          </a:solidFill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My model transforms an existing loss into a new revenue stream by:</a:t>
            </a:r>
          </a:p>
          <a:p>
            <a:pPr marL="528637" indent="-342900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Revalorizing unsold fresh products</a:t>
            </a:r>
          </a:p>
          <a:p>
            <a:pPr marL="528637" indent="-342900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Transforming them into ready-to-eat meals</a:t>
            </a:r>
          </a:p>
          <a:p>
            <a:pPr marL="528637" indent="-342900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Selling them at market-aligned prices</a:t>
            </a:r>
          </a:p>
          <a:p>
            <a:pPr marL="528637" indent="-342900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Leveraging proximity and trust as differentiation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2C3EE99-E13C-0283-ADFE-D91AA5F70ECB}"/>
              </a:ext>
            </a:extLst>
          </p:cNvPr>
          <p:cNvSpPr/>
          <p:nvPr/>
        </p:nvSpPr>
        <p:spPr>
          <a:xfrm>
            <a:off x="428625" y="1339975"/>
            <a:ext cx="1622913" cy="1101847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err="1"/>
              <a:t>Core</a:t>
            </a:r>
            <a:r>
              <a:rPr lang="fr-FR"/>
              <a:t> Logic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0F9A6F8-88DB-6B57-F485-AE6AD7BE65A1}"/>
              </a:ext>
            </a:extLst>
          </p:cNvPr>
          <p:cNvSpPr/>
          <p:nvPr/>
        </p:nvSpPr>
        <p:spPr>
          <a:xfrm>
            <a:off x="9071429" y="1339975"/>
            <a:ext cx="2575831" cy="504000"/>
          </a:xfrm>
          <a:prstGeom prst="roundRect">
            <a:avLst/>
          </a:prstGeom>
          <a:solidFill>
            <a:schemeClr val="bg1"/>
          </a:solidFill>
          <a:ln>
            <a:solidFill>
              <a:srgbClr val="BB001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No new raw material cost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FBB93F0-002A-AC85-593B-64739A29102C}"/>
              </a:ext>
            </a:extLst>
          </p:cNvPr>
          <p:cNvSpPr/>
          <p:nvPr/>
        </p:nvSpPr>
        <p:spPr>
          <a:xfrm>
            <a:off x="9071429" y="1910863"/>
            <a:ext cx="2575831" cy="504000"/>
          </a:xfrm>
          <a:prstGeom prst="roundRect">
            <a:avLst/>
          </a:prstGeom>
          <a:solidFill>
            <a:schemeClr val="bg1"/>
          </a:solidFill>
          <a:ln>
            <a:solidFill>
              <a:srgbClr val="BB001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Only transformation cost</a:t>
            </a:r>
          </a:p>
        </p:txBody>
      </p:sp>
      <p:pic>
        <p:nvPicPr>
          <p:cNvPr id="9" name="Graphique 8" descr="Coche avec un remplissage uni">
            <a:extLst>
              <a:ext uri="{FF2B5EF4-FFF2-40B4-BE49-F238E27FC236}">
                <a16:creationId xmlns:a16="http://schemas.microsoft.com/office/drawing/2014/main" id="{DF95BEA9-9A7A-3980-E02C-DE89158D7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7449" y="1949576"/>
            <a:ext cx="426575" cy="426575"/>
          </a:xfrm>
          <a:prstGeom prst="rect">
            <a:avLst/>
          </a:prstGeom>
        </p:spPr>
      </p:pic>
      <p:pic>
        <p:nvPicPr>
          <p:cNvPr id="11" name="Graphique 10" descr="Fermer avec un remplissage uni">
            <a:extLst>
              <a:ext uri="{FF2B5EF4-FFF2-40B4-BE49-F238E27FC236}">
                <a16:creationId xmlns:a16="http://schemas.microsoft.com/office/drawing/2014/main" id="{1531180F-5EED-49B0-92BD-A76548125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1" y="1378688"/>
            <a:ext cx="426575" cy="426575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BCD899B-83E2-2EAA-5BFB-5A661E2345CD}"/>
              </a:ext>
            </a:extLst>
          </p:cNvPr>
          <p:cNvSpPr/>
          <p:nvPr/>
        </p:nvSpPr>
        <p:spPr>
          <a:xfrm>
            <a:off x="255852" y="2958133"/>
            <a:ext cx="3801001" cy="2904047"/>
          </a:xfrm>
          <a:prstGeom prst="roundRect">
            <a:avLst/>
          </a:prstGeom>
          <a:solidFill>
            <a:schemeClr val="bg1"/>
          </a:solidFill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1400" b="1">
                <a:solidFill>
                  <a:schemeClr val="tx1"/>
                </a:solidFill>
              </a:rPr>
              <a:t>For 200g per portion 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chemeClr val="tx1"/>
                </a:solidFill>
              </a:rPr>
              <a:t>Unsold</a:t>
            </a:r>
            <a:r>
              <a:rPr lang="fr-FR" altLang="fr-FR" sz="1400">
                <a:solidFill>
                  <a:schemeClr val="tx1"/>
                </a:solidFill>
              </a:rPr>
              <a:t> </a:t>
            </a:r>
            <a:r>
              <a:rPr lang="fr-FR" altLang="fr-FR" sz="1400" err="1">
                <a:solidFill>
                  <a:schemeClr val="tx1"/>
                </a:solidFill>
              </a:rPr>
              <a:t>food</a:t>
            </a:r>
            <a:r>
              <a:rPr lang="fr-FR" altLang="fr-FR" sz="1400">
                <a:solidFill>
                  <a:schemeClr val="tx1"/>
                </a:solidFill>
              </a:rPr>
              <a:t> → </a:t>
            </a:r>
            <a:r>
              <a:rPr lang="fr-FR" altLang="fr-FR" sz="1400" b="1">
                <a:solidFill>
                  <a:schemeClr val="tx1"/>
                </a:solidFill>
              </a:rPr>
              <a:t>0€ marginal </a:t>
            </a:r>
            <a:r>
              <a:rPr lang="fr-FR" altLang="fr-FR" sz="1400" b="1" err="1">
                <a:solidFill>
                  <a:schemeClr val="tx1"/>
                </a:solidFill>
              </a:rPr>
              <a:t>cost</a:t>
            </a:r>
            <a:endParaRPr lang="fr-FR" altLang="fr-FR" sz="1400" b="1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chemeClr val="tx1"/>
                </a:solidFill>
              </a:rPr>
              <a:t>Labor + Packaging + </a:t>
            </a:r>
            <a:r>
              <a:rPr lang="fr-FR" altLang="fr-FR" sz="1400" err="1">
                <a:solidFill>
                  <a:schemeClr val="tx1"/>
                </a:solidFill>
              </a:rPr>
              <a:t>energy</a:t>
            </a:r>
            <a:r>
              <a:rPr lang="fr-FR" altLang="fr-FR" sz="1400">
                <a:solidFill>
                  <a:schemeClr val="tx1"/>
                </a:solidFill>
              </a:rPr>
              <a:t> + buffer </a:t>
            </a:r>
            <a:br>
              <a:rPr lang="fr-FR" altLang="fr-FR" sz="1400">
                <a:solidFill>
                  <a:schemeClr val="tx1"/>
                </a:solidFill>
              </a:rPr>
            </a:br>
            <a:r>
              <a:rPr lang="fr-FR" altLang="fr-FR" sz="1400">
                <a:solidFill>
                  <a:schemeClr val="tx1"/>
                </a:solidFill>
              </a:rPr>
              <a:t>→ </a:t>
            </a:r>
            <a:r>
              <a:rPr lang="fr-FR" altLang="fr-FR" sz="1400" b="1">
                <a:solidFill>
                  <a:srgbClr val="000000"/>
                </a:solidFill>
              </a:rPr>
              <a:t>~</a:t>
            </a:r>
            <a:r>
              <a:rPr lang="fr-FR" altLang="fr-FR" sz="1400" b="1">
                <a:solidFill>
                  <a:schemeClr val="tx1"/>
                </a:solidFill>
              </a:rPr>
              <a:t>2€ total </a:t>
            </a:r>
            <a:r>
              <a:rPr lang="fr-FR" altLang="fr-FR" sz="1400" b="1" err="1">
                <a:solidFill>
                  <a:schemeClr val="tx1"/>
                </a:solidFill>
              </a:rPr>
              <a:t>cost</a:t>
            </a:r>
            <a:endParaRPr lang="fr-FR" altLang="fr-FR" sz="1400" b="1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altLang="fr-FR" sz="1400" err="1">
                <a:solidFill>
                  <a:srgbClr val="000000"/>
                </a:solidFill>
              </a:rPr>
              <a:t>Selling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err="1">
                <a:solidFill>
                  <a:srgbClr val="000000"/>
                </a:solidFill>
              </a:rPr>
              <a:t>price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b="1">
                <a:solidFill>
                  <a:srgbClr val="000000"/>
                </a:solidFill>
              </a:rPr>
              <a:t>€3.30–€3.40</a:t>
            </a:r>
            <a:br>
              <a:rPr lang="fr-FR" altLang="fr-FR" sz="1400">
                <a:solidFill>
                  <a:srgbClr val="000000"/>
                </a:solidFill>
              </a:rPr>
            </a:br>
            <a:r>
              <a:rPr lang="fr-FR" altLang="fr-FR" sz="1400">
                <a:solidFill>
                  <a:srgbClr val="000000"/>
                </a:solidFill>
              </a:rPr>
              <a:t>Target </a:t>
            </a:r>
            <a:r>
              <a:rPr lang="fr-FR" altLang="fr-FR" sz="1400" err="1">
                <a:solidFill>
                  <a:srgbClr val="000000"/>
                </a:solidFill>
              </a:rPr>
              <a:t>margin</a:t>
            </a:r>
            <a:r>
              <a:rPr lang="fr-FR" altLang="fr-FR" sz="1400">
                <a:solidFill>
                  <a:srgbClr val="000000"/>
                </a:solidFill>
              </a:rPr>
              <a:t>: </a:t>
            </a:r>
            <a:r>
              <a:rPr lang="fr-FR" altLang="fr-FR" sz="1400" b="1">
                <a:solidFill>
                  <a:srgbClr val="000000"/>
                </a:solidFill>
              </a:rPr>
              <a:t>~30%</a:t>
            </a:r>
            <a:endParaRPr lang="fr-FR" altLang="fr-FR" sz="140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1400" b="1">
              <a:solidFill>
                <a:srgbClr val="000000"/>
              </a:solidFill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400" b="1">
                <a:solidFill>
                  <a:schemeClr val="accent1"/>
                </a:solidFill>
              </a:rPr>
              <a:t>€1.00–€1.30 </a:t>
            </a:r>
            <a:r>
              <a:rPr lang="fr-FR" altLang="fr-FR" sz="1400" b="1" err="1">
                <a:solidFill>
                  <a:schemeClr val="accent1"/>
                </a:solidFill>
              </a:rPr>
              <a:t>gross</a:t>
            </a:r>
            <a:r>
              <a:rPr lang="fr-FR" altLang="fr-FR" sz="1400" b="1">
                <a:solidFill>
                  <a:schemeClr val="accent1"/>
                </a:solidFill>
              </a:rPr>
              <a:t> </a:t>
            </a:r>
            <a:r>
              <a:rPr lang="fr-FR" altLang="fr-FR" sz="1400" b="1" err="1">
                <a:solidFill>
                  <a:schemeClr val="accent1"/>
                </a:solidFill>
              </a:rPr>
              <a:t>margin</a:t>
            </a:r>
            <a:r>
              <a:rPr lang="fr-FR" altLang="fr-FR" sz="1400" b="1">
                <a:solidFill>
                  <a:schemeClr val="accent1"/>
                </a:solidFill>
              </a:rPr>
              <a:t> per portion</a:t>
            </a:r>
            <a:br>
              <a:rPr lang="fr-FR" altLang="fr-FR" sz="1400">
                <a:solidFill>
                  <a:schemeClr val="accent1"/>
                </a:solidFill>
              </a:rPr>
            </a:br>
            <a:r>
              <a:rPr lang="fr-FR" altLang="fr-FR" sz="1400" b="1">
                <a:solidFill>
                  <a:schemeClr val="accent1"/>
                </a:solidFill>
              </a:rPr>
              <a:t>35–40% </a:t>
            </a:r>
            <a:r>
              <a:rPr lang="fr-FR" altLang="fr-FR" sz="1400" b="1" err="1">
                <a:solidFill>
                  <a:schemeClr val="accent1"/>
                </a:solidFill>
              </a:rPr>
              <a:t>incremental</a:t>
            </a:r>
            <a:r>
              <a:rPr lang="fr-FR" altLang="fr-FR" sz="1400" b="1">
                <a:solidFill>
                  <a:schemeClr val="accent1"/>
                </a:solidFill>
              </a:rPr>
              <a:t> </a:t>
            </a:r>
            <a:r>
              <a:rPr lang="fr-FR" altLang="fr-FR" sz="1400" b="1" err="1">
                <a:solidFill>
                  <a:schemeClr val="accent1"/>
                </a:solidFill>
              </a:rPr>
              <a:t>margin</a:t>
            </a:r>
            <a:endParaRPr lang="fr-FR" altLang="fr-FR" sz="1400" b="1">
              <a:solidFill>
                <a:schemeClr val="accent1"/>
              </a:solidFill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0EC34C5-CC08-156A-8F0C-A80365D5CF28}"/>
              </a:ext>
            </a:extLst>
          </p:cNvPr>
          <p:cNvSpPr/>
          <p:nvPr/>
        </p:nvSpPr>
        <p:spPr>
          <a:xfrm>
            <a:off x="973728" y="2759205"/>
            <a:ext cx="2365248" cy="371856"/>
          </a:xfrm>
          <a:prstGeom prst="roundRect">
            <a:avLst/>
          </a:prstGeom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Production </a:t>
            </a:r>
            <a:r>
              <a:rPr lang="fr-FR" err="1"/>
              <a:t>Costs</a:t>
            </a:r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ED1174B-6570-CB53-6FA7-08BFFC076FC2}"/>
              </a:ext>
            </a:extLst>
          </p:cNvPr>
          <p:cNvSpPr/>
          <p:nvPr/>
        </p:nvSpPr>
        <p:spPr>
          <a:xfrm>
            <a:off x="4137442" y="2958133"/>
            <a:ext cx="3801001" cy="2904047"/>
          </a:xfrm>
          <a:prstGeom prst="roundRect">
            <a:avLst/>
          </a:prstGeom>
          <a:solidFill>
            <a:schemeClr val="bg1"/>
          </a:solidFill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1400" b="1">
                <a:solidFill>
                  <a:srgbClr val="000000"/>
                </a:solidFill>
              </a:rPr>
              <a:t>Store Benchmark 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rgbClr val="000000"/>
                </a:solidFill>
              </a:rPr>
              <a:t>Average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err="1">
                <a:solidFill>
                  <a:srgbClr val="000000"/>
                </a:solidFill>
              </a:rPr>
              <a:t>price</a:t>
            </a:r>
            <a:r>
              <a:rPr lang="fr-FR" altLang="fr-FR" sz="1400">
                <a:solidFill>
                  <a:srgbClr val="000000"/>
                </a:solidFill>
              </a:rPr>
              <a:t> in store </a:t>
            </a:r>
            <a:r>
              <a:rPr lang="fr-FR" altLang="fr-FR" sz="1400" err="1">
                <a:solidFill>
                  <a:srgbClr val="000000"/>
                </a:solidFill>
              </a:rPr>
              <a:t>today</a:t>
            </a:r>
            <a:r>
              <a:rPr lang="fr-FR" altLang="fr-FR" sz="1400">
                <a:solidFill>
                  <a:srgbClr val="000000"/>
                </a:solidFill>
              </a:rPr>
              <a:t>: </a:t>
            </a:r>
            <a:r>
              <a:rPr lang="fr-FR" altLang="fr-FR" sz="1400" b="1">
                <a:solidFill>
                  <a:srgbClr val="000000"/>
                </a:solidFill>
              </a:rPr>
              <a:t>€3.31</a:t>
            </a:r>
          </a:p>
          <a:p>
            <a:pPr marL="285750" lvl="0" indent="-285750" eaLnBrk="0" fontAlgn="base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Target </a:t>
            </a:r>
            <a:r>
              <a:rPr lang="fr-FR" altLang="fr-FR" sz="1400" err="1">
                <a:solidFill>
                  <a:srgbClr val="000000"/>
                </a:solidFill>
              </a:rPr>
              <a:t>margin</a:t>
            </a:r>
            <a:r>
              <a:rPr lang="fr-FR" altLang="fr-FR" sz="1400">
                <a:solidFill>
                  <a:srgbClr val="000000"/>
                </a:solidFill>
              </a:rPr>
              <a:t>: </a:t>
            </a:r>
            <a:r>
              <a:rPr lang="fr-FR" altLang="fr-FR" sz="1400" b="1">
                <a:solidFill>
                  <a:srgbClr val="000000"/>
                </a:solidFill>
              </a:rPr>
              <a:t>~30%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1400" b="1">
                <a:solidFill>
                  <a:schemeClr val="accent1"/>
                </a:solidFill>
              </a:rPr>
              <a:t>Gross </a:t>
            </a:r>
            <a:r>
              <a:rPr lang="fr-FR" altLang="fr-FR" sz="1400" b="1" err="1">
                <a:solidFill>
                  <a:schemeClr val="accent1"/>
                </a:solidFill>
              </a:rPr>
              <a:t>margin</a:t>
            </a:r>
            <a:r>
              <a:rPr lang="fr-FR" altLang="fr-FR" sz="1400" b="1">
                <a:solidFill>
                  <a:schemeClr val="accent1"/>
                </a:solidFill>
              </a:rPr>
              <a:t> per portion ≈ €1.00–€1.30</a:t>
            </a:r>
            <a:br>
              <a:rPr lang="fr-FR" altLang="fr-FR" sz="1400">
                <a:solidFill>
                  <a:schemeClr val="accent1"/>
                </a:solidFill>
              </a:rPr>
            </a:br>
            <a:r>
              <a:rPr lang="fr-FR" altLang="fr-FR" sz="1400" b="1">
                <a:solidFill>
                  <a:schemeClr val="accent1"/>
                </a:solidFill>
              </a:rPr>
              <a:t>~35–40% </a:t>
            </a:r>
            <a:r>
              <a:rPr lang="fr-FR" altLang="fr-FR" sz="1400" b="1" err="1">
                <a:solidFill>
                  <a:schemeClr val="accent1"/>
                </a:solidFill>
              </a:rPr>
              <a:t>incremental</a:t>
            </a:r>
            <a:r>
              <a:rPr lang="fr-FR" altLang="fr-FR" sz="1400" b="1">
                <a:solidFill>
                  <a:schemeClr val="accent1"/>
                </a:solidFill>
              </a:rPr>
              <a:t> </a:t>
            </a:r>
            <a:r>
              <a:rPr lang="fr-FR" altLang="fr-FR" sz="1400" b="1" err="1">
                <a:solidFill>
                  <a:schemeClr val="accent1"/>
                </a:solidFill>
              </a:rPr>
              <a:t>margi</a:t>
            </a:r>
            <a:r>
              <a:rPr lang="fr-FR" altLang="fr-FR" sz="1400" err="1">
                <a:solidFill>
                  <a:schemeClr val="accent1"/>
                </a:solidFill>
              </a:rPr>
              <a:t>n</a:t>
            </a:r>
            <a:endParaRPr lang="fr-FR" altLang="fr-FR" sz="1400">
              <a:solidFill>
                <a:schemeClr val="accent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1400" b="1" err="1">
                <a:solidFill>
                  <a:srgbClr val="000000"/>
                </a:solidFill>
              </a:rPr>
              <a:t>Annual</a:t>
            </a:r>
            <a:r>
              <a:rPr lang="fr-FR" altLang="fr-FR" sz="1400" b="1">
                <a:solidFill>
                  <a:srgbClr val="000000"/>
                </a:solidFill>
              </a:rPr>
              <a:t> projection (conservative) 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30 portions/</a:t>
            </a:r>
            <a:r>
              <a:rPr lang="fr-FR" altLang="fr-FR" sz="1400" err="1">
                <a:solidFill>
                  <a:srgbClr val="000000"/>
                </a:solidFill>
              </a:rPr>
              <a:t>day</a:t>
            </a:r>
            <a:r>
              <a:rPr lang="fr-FR" altLang="fr-FR" sz="1400">
                <a:solidFill>
                  <a:srgbClr val="000000"/>
                </a:solidFill>
              </a:rPr>
              <a:t> × 300 </a:t>
            </a:r>
            <a:r>
              <a:rPr lang="fr-FR" altLang="fr-FR" sz="1400" err="1">
                <a:solidFill>
                  <a:srgbClr val="000000"/>
                </a:solidFill>
              </a:rPr>
              <a:t>days</a:t>
            </a:r>
            <a:r>
              <a:rPr lang="fr-FR" altLang="fr-FR" sz="1400">
                <a:solidFill>
                  <a:srgbClr val="000000"/>
                </a:solidFill>
              </a:rPr>
              <a:t> = </a:t>
            </a:r>
            <a:r>
              <a:rPr lang="fr-FR" altLang="fr-FR" sz="1400" b="1">
                <a:solidFill>
                  <a:srgbClr val="000000"/>
                </a:solidFill>
              </a:rPr>
              <a:t>9,000 portions/</a:t>
            </a:r>
            <a:r>
              <a:rPr lang="fr-FR" altLang="fr-FR" sz="1400" b="1" err="1">
                <a:solidFill>
                  <a:srgbClr val="000000"/>
                </a:solidFill>
              </a:rPr>
              <a:t>year</a:t>
            </a:r>
            <a:endParaRPr lang="fr-FR" altLang="fr-FR" sz="1400" b="1">
              <a:solidFill>
                <a:schemeClr val="tx1"/>
              </a:solidFill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altLang="fr-FR" sz="1400" b="1">
                <a:solidFill>
                  <a:schemeClr val="accent1"/>
                </a:solidFill>
              </a:rPr>
              <a:t>€10k–15k </a:t>
            </a:r>
            <a:r>
              <a:rPr lang="fr-FR" altLang="fr-FR" sz="1400" b="1" err="1">
                <a:solidFill>
                  <a:schemeClr val="accent1"/>
                </a:solidFill>
              </a:rPr>
              <a:t>gross</a:t>
            </a:r>
            <a:r>
              <a:rPr lang="fr-FR" altLang="fr-FR" sz="1400" b="1">
                <a:solidFill>
                  <a:schemeClr val="accent1"/>
                </a:solidFill>
              </a:rPr>
              <a:t> profit / </a:t>
            </a:r>
            <a:r>
              <a:rPr lang="fr-FR" altLang="fr-FR" sz="1400" b="1" err="1">
                <a:solidFill>
                  <a:schemeClr val="accent1"/>
                </a:solidFill>
              </a:rPr>
              <a:t>recipe</a:t>
            </a:r>
            <a:r>
              <a:rPr lang="fr-FR" altLang="fr-FR" sz="1400" b="1">
                <a:solidFill>
                  <a:schemeClr val="accent1"/>
                </a:solidFill>
              </a:rPr>
              <a:t> / store</a:t>
            </a:r>
            <a:br>
              <a:rPr lang="fr-FR" altLang="fr-FR" sz="1400" b="1">
                <a:solidFill>
                  <a:schemeClr val="accent1"/>
                </a:solidFill>
              </a:rPr>
            </a:br>
            <a:r>
              <a:rPr lang="fr-FR" altLang="fr-FR" sz="1400" b="1">
                <a:solidFill>
                  <a:schemeClr val="accent1"/>
                </a:solidFill>
              </a:rPr>
              <a:t>Scalable </a:t>
            </a:r>
            <a:r>
              <a:rPr lang="fr-FR" altLang="fr-FR" sz="1400" b="1" err="1">
                <a:solidFill>
                  <a:schemeClr val="accent1"/>
                </a:solidFill>
              </a:rPr>
              <a:t>across</a:t>
            </a:r>
            <a:r>
              <a:rPr lang="fr-FR" altLang="fr-FR" sz="1400" b="1">
                <a:solidFill>
                  <a:schemeClr val="accent1"/>
                </a:solidFill>
              </a:rPr>
              <a:t> </a:t>
            </a:r>
            <a:r>
              <a:rPr lang="fr-FR" altLang="fr-FR" sz="1400" b="1" err="1">
                <a:solidFill>
                  <a:schemeClr val="accent1"/>
                </a:solidFill>
              </a:rPr>
              <a:t>categories</a:t>
            </a:r>
            <a:endParaRPr lang="fr-FR" altLang="fr-FR" sz="1400" b="1">
              <a:solidFill>
                <a:schemeClr val="accent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1400" b="1">
              <a:solidFill>
                <a:srgbClr val="000000"/>
              </a:solidFill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1F23D37-F42C-7835-2F42-E3C278C6AFCF}"/>
              </a:ext>
            </a:extLst>
          </p:cNvPr>
          <p:cNvSpPr/>
          <p:nvPr/>
        </p:nvSpPr>
        <p:spPr>
          <a:xfrm>
            <a:off x="4855318" y="2759205"/>
            <a:ext cx="2365248" cy="371856"/>
          </a:xfrm>
          <a:prstGeom prst="roundRect">
            <a:avLst/>
          </a:prstGeom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Revenues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3059FAF-95BA-87F2-C824-3B8EAAC0A9C1}"/>
              </a:ext>
            </a:extLst>
          </p:cNvPr>
          <p:cNvSpPr/>
          <p:nvPr/>
        </p:nvSpPr>
        <p:spPr>
          <a:xfrm>
            <a:off x="8019032" y="2958133"/>
            <a:ext cx="3801001" cy="1403306"/>
          </a:xfrm>
          <a:prstGeom prst="roundRect">
            <a:avLst/>
          </a:prstGeom>
          <a:solidFill>
            <a:schemeClr val="bg1"/>
          </a:solidFill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rIns="0"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AI </a:t>
            </a:r>
            <a:r>
              <a:rPr lang="fr-FR" altLang="fr-FR" sz="1400" err="1">
                <a:solidFill>
                  <a:srgbClr val="000000"/>
                </a:solidFill>
              </a:rPr>
              <a:t>decision-support</a:t>
            </a:r>
            <a:r>
              <a:rPr lang="fr-FR" altLang="fr-FR" sz="1400">
                <a:solidFill>
                  <a:srgbClr val="000000"/>
                </a:solidFill>
              </a:rPr>
              <a:t> tool → €15,000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Staff training &amp; change → €5,000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rgbClr val="000000"/>
                </a:solidFill>
              </a:rPr>
              <a:t>Light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err="1">
                <a:solidFill>
                  <a:srgbClr val="000000"/>
                </a:solidFill>
              </a:rPr>
              <a:t>setup</a:t>
            </a:r>
            <a:r>
              <a:rPr lang="fr-FR" altLang="fr-FR" sz="1400">
                <a:solidFill>
                  <a:srgbClr val="000000"/>
                </a:solidFill>
              </a:rPr>
              <a:t> → €5,000</a:t>
            </a:r>
          </a:p>
          <a:p>
            <a:pPr lvl="0" algn="ctr" eaLnBrk="0" fontAlgn="base" hangingPunct="0">
              <a:spcBef>
                <a:spcPts val="300"/>
              </a:spcBef>
              <a:spcAft>
                <a:spcPct val="0"/>
              </a:spcAft>
            </a:pPr>
            <a:r>
              <a:rPr lang="fr-FR" altLang="fr-FR" sz="1400" b="1">
                <a:solidFill>
                  <a:schemeClr val="accent1"/>
                </a:solidFill>
              </a:rPr>
              <a:t>Total initial </a:t>
            </a:r>
            <a:r>
              <a:rPr lang="fr-FR" altLang="fr-FR" sz="1400" b="1" err="1">
                <a:solidFill>
                  <a:schemeClr val="accent1"/>
                </a:solidFill>
              </a:rPr>
              <a:t>investment</a:t>
            </a:r>
            <a:r>
              <a:rPr lang="fr-FR" altLang="fr-FR" sz="1400" b="1">
                <a:solidFill>
                  <a:schemeClr val="accent1"/>
                </a:solidFill>
              </a:rPr>
              <a:t> ≈ 25,000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400" b="1" err="1">
                <a:solidFill>
                  <a:schemeClr val="accent1"/>
                </a:solidFill>
              </a:rPr>
              <a:t>Recurring</a:t>
            </a:r>
            <a:r>
              <a:rPr lang="fr-FR" altLang="fr-FR" sz="1400" b="1">
                <a:solidFill>
                  <a:schemeClr val="accent1"/>
                </a:solidFill>
              </a:rPr>
              <a:t> maintenance: ~€5,000/</a:t>
            </a:r>
            <a:r>
              <a:rPr lang="fr-FR" altLang="fr-FR" sz="1400" b="1" err="1">
                <a:solidFill>
                  <a:schemeClr val="accent1"/>
                </a:solidFill>
              </a:rPr>
              <a:t>year</a:t>
            </a:r>
            <a:endParaRPr lang="fr-FR" altLang="fr-FR" sz="1400" b="1">
              <a:solidFill>
                <a:schemeClr val="accent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14AC42A-321F-6FA0-2739-169807A47CCD}"/>
              </a:ext>
            </a:extLst>
          </p:cNvPr>
          <p:cNvSpPr/>
          <p:nvPr/>
        </p:nvSpPr>
        <p:spPr>
          <a:xfrm>
            <a:off x="8736908" y="2759205"/>
            <a:ext cx="2365248" cy="371856"/>
          </a:xfrm>
          <a:prstGeom prst="roundRect">
            <a:avLst/>
          </a:prstGeom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Investment </a:t>
            </a:r>
            <a:r>
              <a:rPr lang="fr-FR" err="1"/>
              <a:t>needed</a:t>
            </a:r>
            <a:r>
              <a:rPr lang="fr-FR"/>
              <a:t> 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E1FEAEB-430A-3552-91F5-F2AD4BED8BC2}"/>
              </a:ext>
            </a:extLst>
          </p:cNvPr>
          <p:cNvSpPr/>
          <p:nvPr/>
        </p:nvSpPr>
        <p:spPr>
          <a:xfrm>
            <a:off x="8019032" y="4610080"/>
            <a:ext cx="3801001" cy="1252100"/>
          </a:xfrm>
          <a:prstGeom prst="roundRect">
            <a:avLst/>
          </a:prstGeom>
          <a:solidFill>
            <a:schemeClr val="bg1"/>
          </a:solidFill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1999"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rgbClr val="000000"/>
                </a:solidFill>
              </a:rPr>
              <a:t>Waste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err="1">
                <a:solidFill>
                  <a:srgbClr val="000000"/>
                </a:solidFill>
              </a:rPr>
              <a:t>reduction</a:t>
            </a:r>
            <a:r>
              <a:rPr lang="fr-FR" altLang="fr-FR" sz="1400">
                <a:solidFill>
                  <a:srgbClr val="000000"/>
                </a:solidFill>
              </a:rPr>
              <a:t> → </a:t>
            </a:r>
            <a:r>
              <a:rPr lang="fr-FR" altLang="fr-FR" sz="1400" b="1">
                <a:solidFill>
                  <a:srgbClr val="000000"/>
                </a:solidFill>
              </a:rPr>
              <a:t>€30–40k/</a:t>
            </a:r>
            <a:r>
              <a:rPr lang="fr-FR" altLang="fr-FR" sz="1400" b="1" err="1">
                <a:solidFill>
                  <a:srgbClr val="000000"/>
                </a:solidFill>
              </a:rPr>
              <a:t>year</a:t>
            </a:r>
            <a:endParaRPr lang="fr-FR" altLang="fr-FR" sz="1400">
              <a:solidFill>
                <a:srgbClr val="000000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rgbClr val="000000"/>
                </a:solidFill>
              </a:rPr>
              <a:t>Anti-waste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err="1">
                <a:solidFill>
                  <a:srgbClr val="000000"/>
                </a:solidFill>
              </a:rPr>
              <a:t>margin</a:t>
            </a:r>
            <a:r>
              <a:rPr lang="fr-FR" altLang="fr-FR" sz="1400">
                <a:solidFill>
                  <a:srgbClr val="000000"/>
                </a:solidFill>
              </a:rPr>
              <a:t> → </a:t>
            </a:r>
            <a:r>
              <a:rPr lang="fr-FR" altLang="fr-FR" sz="1400" b="1">
                <a:solidFill>
                  <a:srgbClr val="000000"/>
                </a:solidFill>
              </a:rPr>
              <a:t>€15–25k/</a:t>
            </a:r>
            <a:r>
              <a:rPr lang="fr-FR" altLang="fr-FR" sz="1400" b="1" err="1">
                <a:solidFill>
                  <a:srgbClr val="000000"/>
                </a:solidFill>
              </a:rPr>
              <a:t>year</a:t>
            </a:r>
            <a:endParaRPr lang="fr-FR" altLang="fr-FR" sz="1400">
              <a:solidFill>
                <a:srgbClr val="000000"/>
              </a:solidFill>
            </a:endParaRPr>
          </a:p>
          <a:p>
            <a:pPr lvl="0" algn="ctr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altLang="fr-FR" sz="1400" b="1">
                <a:solidFill>
                  <a:schemeClr val="accent1"/>
                </a:solidFill>
              </a:rPr>
              <a:t>Total </a:t>
            </a:r>
            <a:r>
              <a:rPr lang="fr-FR" altLang="fr-FR" sz="1400" b="1" err="1">
                <a:solidFill>
                  <a:schemeClr val="accent1"/>
                </a:solidFill>
              </a:rPr>
              <a:t>annual</a:t>
            </a:r>
            <a:r>
              <a:rPr lang="fr-FR" altLang="fr-FR" sz="1400" b="1">
                <a:solidFill>
                  <a:schemeClr val="accent1"/>
                </a:solidFill>
              </a:rPr>
              <a:t> impact: €45–65k</a:t>
            </a:r>
            <a:br>
              <a:rPr lang="fr-FR" altLang="fr-FR" sz="1400">
                <a:solidFill>
                  <a:schemeClr val="accent1"/>
                </a:solidFill>
              </a:rPr>
            </a:br>
            <a:r>
              <a:rPr lang="fr-FR" altLang="fr-FR" sz="1400" b="1" err="1">
                <a:solidFill>
                  <a:schemeClr val="accent1"/>
                </a:solidFill>
              </a:rPr>
              <a:t>Payback</a:t>
            </a:r>
            <a:r>
              <a:rPr lang="fr-FR" altLang="fr-FR" sz="1400" b="1">
                <a:solidFill>
                  <a:schemeClr val="accent1"/>
                </a:solidFill>
              </a:rPr>
              <a:t>: 12–18 </a:t>
            </a:r>
            <a:r>
              <a:rPr lang="fr-FR" altLang="fr-FR" sz="1400" b="1" err="1">
                <a:solidFill>
                  <a:schemeClr val="accent1"/>
                </a:solidFill>
              </a:rPr>
              <a:t>months</a:t>
            </a:r>
            <a:r>
              <a:rPr lang="fr-FR" altLang="fr-FR" sz="1400" b="1">
                <a:solidFill>
                  <a:schemeClr val="accent1"/>
                </a:solidFill>
              </a:rPr>
              <a:t> / ROI: 1,28%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24FD45B-E9B3-8BCD-95ED-47EDD13B6B7F}"/>
              </a:ext>
            </a:extLst>
          </p:cNvPr>
          <p:cNvSpPr/>
          <p:nvPr/>
        </p:nvSpPr>
        <p:spPr>
          <a:xfrm>
            <a:off x="8736908" y="4424152"/>
            <a:ext cx="2365248" cy="371856"/>
          </a:xfrm>
          <a:prstGeom prst="roundRect">
            <a:avLst/>
          </a:prstGeom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ROI</a:t>
            </a:r>
          </a:p>
        </p:txBody>
      </p:sp>
    </p:spTree>
    <p:extLst>
      <p:ext uri="{BB962C8B-B14F-4D97-AF65-F5344CB8AC3E}">
        <p14:creationId xmlns:p14="http://schemas.microsoft.com/office/powerpoint/2010/main" val="194901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7474-6667-F3E3-4991-9F8EE26C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D5C3-7814-C8AE-51FD-C2CFD5E7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0" y="332424"/>
            <a:ext cx="9458330" cy="701954"/>
          </a:xfrm>
        </p:spPr>
        <p:txBody>
          <a:bodyPr>
            <a:noAutofit/>
          </a:bodyPr>
          <a:lstStyle/>
          <a:p>
            <a:pPr>
              <a:lnSpc>
                <a:spcPct val="60000"/>
              </a:lnSpc>
            </a:pPr>
            <a:r>
              <a:rPr lang="en-GB" sz="3200" b="1">
                <a:ea typeface="+mj-lt"/>
                <a:cs typeface="+mj-lt"/>
              </a:rPr>
              <a:t>Time-poor, price-sensitive customers looking for healthy convenience</a:t>
            </a:r>
            <a:endParaRPr lang="en-FR" sz="3200" b="1">
              <a:ea typeface="+mj-lt"/>
              <a:cs typeface="+mj-lt"/>
            </a:endParaRP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6A49D39A-6766-8328-D432-FC1257F5E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0" y="-2618380"/>
            <a:ext cx="280615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5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Investments </a:t>
            </a:r>
            <a:r>
              <a:rPr kumimoji="0" lang="fr-FR" altLang="fr-FR" sz="1500" b="1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Needed</a:t>
            </a:r>
            <a:r>
              <a:rPr kumimoji="0" lang="fr-FR" altLang="fr-FR" sz="15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1500" b="1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fr-FR" altLang="fr-FR" sz="15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1)</a:t>
            </a:r>
          </a:p>
        </p:txBody>
      </p:sp>
      <p:cxnSp>
        <p:nvCxnSpPr>
          <p:cNvPr id="5" name="Connector: Curved 62">
            <a:extLst>
              <a:ext uri="{FF2B5EF4-FFF2-40B4-BE49-F238E27FC236}">
                <a16:creationId xmlns:a16="http://schemas.microsoft.com/office/drawing/2014/main" id="{953E8045-6E8A-A0DB-5BC0-0682FFC34381}"/>
              </a:ext>
            </a:extLst>
          </p:cNvPr>
          <p:cNvCxnSpPr>
            <a:cxnSpLocks/>
            <a:endCxn id="13" idx="2"/>
          </p:cNvCxnSpPr>
          <p:nvPr/>
        </p:nvCxnSpPr>
        <p:spPr>
          <a:xfrm rot="16200000" flipH="1">
            <a:off x="2974373" y="1862739"/>
            <a:ext cx="2729825" cy="1972971"/>
          </a:xfrm>
          <a:prstGeom prst="curvedConnector2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66">
            <a:extLst>
              <a:ext uri="{FF2B5EF4-FFF2-40B4-BE49-F238E27FC236}">
                <a16:creationId xmlns:a16="http://schemas.microsoft.com/office/drawing/2014/main" id="{AC077CA1-706A-B55F-A3B1-D32E8EE7F9D8}"/>
              </a:ext>
            </a:extLst>
          </p:cNvPr>
          <p:cNvCxnSpPr>
            <a:cxnSpLocks/>
          </p:cNvCxnSpPr>
          <p:nvPr/>
        </p:nvCxnSpPr>
        <p:spPr>
          <a:xfrm rot="5400000">
            <a:off x="6600821" y="1884728"/>
            <a:ext cx="2702694" cy="1908000"/>
          </a:xfrm>
          <a:prstGeom prst="curvedConnector2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Curved 67">
            <a:extLst>
              <a:ext uri="{FF2B5EF4-FFF2-40B4-BE49-F238E27FC236}">
                <a16:creationId xmlns:a16="http://schemas.microsoft.com/office/drawing/2014/main" id="{72AC2E74-3CBF-8239-04FD-48A3A804E0FE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0" y="4179724"/>
            <a:ext cx="5325771" cy="34414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67">
            <a:extLst>
              <a:ext uri="{FF2B5EF4-FFF2-40B4-BE49-F238E27FC236}">
                <a16:creationId xmlns:a16="http://schemas.microsoft.com/office/drawing/2014/main" id="{812721ED-4B3B-C4B2-803E-D4CDB152BA5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025148" y="4219480"/>
            <a:ext cx="5166852" cy="68826"/>
          </a:xfrm>
          <a:prstGeom prst="curvedConnector3">
            <a:avLst>
              <a:gd name="adj1" fmla="val 107844"/>
            </a:avLst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07E45BA-2A03-4D3D-87F3-C0AB1FDEBFD0}"/>
              </a:ext>
            </a:extLst>
          </p:cNvPr>
          <p:cNvGrpSpPr/>
          <p:nvPr/>
        </p:nvGrpSpPr>
        <p:grpSpPr>
          <a:xfrm>
            <a:off x="5708342" y="1506114"/>
            <a:ext cx="1073490" cy="1196336"/>
            <a:chOff x="5539348" y="1519366"/>
            <a:chExt cx="1073490" cy="119633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E981B2E-7065-FC10-722D-2B3A26B72BE5}"/>
                </a:ext>
              </a:extLst>
            </p:cNvPr>
            <p:cNvGrpSpPr/>
            <p:nvPr/>
          </p:nvGrpSpPr>
          <p:grpSpPr>
            <a:xfrm>
              <a:off x="5626093" y="1519366"/>
              <a:ext cx="900000" cy="886232"/>
              <a:chOff x="5612073" y="1466358"/>
              <a:chExt cx="900000" cy="886232"/>
            </a:xfrm>
          </p:grpSpPr>
          <p:sp>
            <p:nvSpPr>
              <p:cNvPr id="24" name="Flowchart: Connector 70">
                <a:extLst>
                  <a:ext uri="{FF2B5EF4-FFF2-40B4-BE49-F238E27FC236}">
                    <a16:creationId xmlns:a16="http://schemas.microsoft.com/office/drawing/2014/main" id="{D2760999-75F1-969E-2C56-2F602EEDDBA6}"/>
                  </a:ext>
                </a:extLst>
              </p:cNvPr>
              <p:cNvSpPr/>
              <p:nvPr/>
            </p:nvSpPr>
            <p:spPr>
              <a:xfrm>
                <a:off x="5612073" y="1466358"/>
                <a:ext cx="900000" cy="886232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" name="Graphic 25" descr="User with solid fill">
                <a:extLst>
                  <a:ext uri="{FF2B5EF4-FFF2-40B4-BE49-F238E27FC236}">
                    <a16:creationId xmlns:a16="http://schemas.microsoft.com/office/drawing/2014/main" id="{DFF44770-F80A-A51C-7BF5-533BB718AE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03933" y="1551334"/>
                <a:ext cx="716280" cy="716280"/>
              </a:xfrm>
              <a:prstGeom prst="rect">
                <a:avLst/>
              </a:prstGeom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385705-CE20-07F8-8AED-39DB192D809B}"/>
                </a:ext>
              </a:extLst>
            </p:cNvPr>
            <p:cNvSpPr txBox="1"/>
            <p:nvPr/>
          </p:nvSpPr>
          <p:spPr>
            <a:xfrm>
              <a:off x="5539348" y="2407925"/>
              <a:ext cx="10734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/>
                <a:t>Lisa, 34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FFFDE9E-2E6D-68B2-F05F-5E7C5BE3A4BE}"/>
              </a:ext>
            </a:extLst>
          </p:cNvPr>
          <p:cNvSpPr txBox="1"/>
          <p:nvPr/>
        </p:nvSpPr>
        <p:spPr>
          <a:xfrm>
            <a:off x="550862" y="2117603"/>
            <a:ext cx="2878137" cy="106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20"/>
              </a:lnSpc>
              <a:spcAft>
                <a:spcPts val="600"/>
              </a:spcAft>
            </a:pPr>
            <a:r>
              <a:rPr lang="en-US" sz="1600" b="1" u="sng"/>
              <a:t>Negative trends</a:t>
            </a:r>
          </a:p>
          <a:p>
            <a:pPr marL="285750" indent="-285750">
              <a:lnSpc>
                <a:spcPts val="2420"/>
              </a:lnSpc>
              <a:buFont typeface="Arial" panose="020B0604020202020204" pitchFamily="34" charset="0"/>
              <a:buChar char="•"/>
            </a:pPr>
            <a:r>
              <a:rPr lang="en-US" sz="1400"/>
              <a:t>Shrinking purchasing power</a:t>
            </a:r>
          </a:p>
          <a:p>
            <a:pPr marL="285750" indent="-285750">
              <a:lnSpc>
                <a:spcPts val="2420"/>
              </a:lnSpc>
              <a:buFont typeface="Arial" panose="020B0604020202020204" pitchFamily="34" charset="0"/>
              <a:buChar char="•"/>
            </a:pPr>
            <a:r>
              <a:rPr lang="en-US" sz="1400"/>
              <a:t>Lack of 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A84755-BC3B-A88D-05D9-1FA49566FD79}"/>
              </a:ext>
            </a:extLst>
          </p:cNvPr>
          <p:cNvSpPr txBox="1"/>
          <p:nvPr/>
        </p:nvSpPr>
        <p:spPr>
          <a:xfrm>
            <a:off x="9067800" y="2117603"/>
            <a:ext cx="2357438" cy="106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20"/>
              </a:lnSpc>
              <a:spcAft>
                <a:spcPts val="600"/>
              </a:spcAft>
            </a:pPr>
            <a:r>
              <a:rPr lang="en-US" sz="1600" b="1" u="sng"/>
              <a:t>Positive trends</a:t>
            </a:r>
          </a:p>
          <a:p>
            <a:pPr marL="285750" indent="-285750">
              <a:lnSpc>
                <a:spcPts val="2420"/>
              </a:lnSpc>
              <a:buFont typeface="Arial" panose="020B0604020202020204" pitchFamily="34" charset="0"/>
              <a:buChar char="•"/>
            </a:pPr>
            <a:r>
              <a:rPr lang="en-US" sz="1400"/>
              <a:t>Zero waste</a:t>
            </a:r>
          </a:p>
          <a:p>
            <a:pPr marL="285750" indent="-285750">
              <a:lnSpc>
                <a:spcPts val="2420"/>
              </a:lnSpc>
              <a:buFont typeface="Arial" panose="020B0604020202020204" pitchFamily="34" charset="0"/>
              <a:buChar char="•"/>
            </a:pPr>
            <a:r>
              <a:rPr lang="en-US" sz="1400"/>
              <a:t>Community retail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836FC8-A58C-BC7C-5915-E431E4EFF0C1}"/>
              </a:ext>
            </a:extLst>
          </p:cNvPr>
          <p:cNvSpPr txBox="1"/>
          <p:nvPr/>
        </p:nvSpPr>
        <p:spPr>
          <a:xfrm>
            <a:off x="1135478" y="4599652"/>
            <a:ext cx="3420000" cy="141315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>
                <a:latin typeface="Aptos" panose="020B0004020202020204" pitchFamily="34" charset="0"/>
              </a:rPr>
              <a:t>PAIN POINTS</a:t>
            </a:r>
            <a:endParaRPr lang="en-GB" sz="1600">
              <a:latin typeface="Aptos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FR" altLang="en-FR" sz="1400">
                <a:latin typeface="Aptos" panose="020B0004020202020204" pitchFamily="34" charset="0"/>
              </a:rPr>
              <a:t>Relies on </a:t>
            </a:r>
            <a:r>
              <a:rPr lang="en-FR" altLang="en-FR" sz="1400" b="1">
                <a:latin typeface="Aptos" panose="020B0004020202020204" pitchFamily="34" charset="0"/>
              </a:rPr>
              <a:t>fast food </a:t>
            </a:r>
            <a:r>
              <a:rPr lang="en-FR" altLang="en-FR" sz="1400">
                <a:latin typeface="Aptos" panose="020B0004020202020204" pitchFamily="34" charset="0"/>
              </a:rPr>
              <a:t>too often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FR" altLang="en-FR" sz="1400" b="1">
                <a:latin typeface="Aptos" panose="020B0004020202020204" pitchFamily="34" charset="0"/>
              </a:rPr>
              <a:t>Fresh food perceived as expensive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FR" altLang="en-FR" sz="1400" b="1">
                <a:latin typeface="Aptos" panose="020B0004020202020204" pitchFamily="34" charset="0"/>
              </a:rPr>
              <a:t>Stress</a:t>
            </a:r>
            <a:r>
              <a:rPr lang="en-FR" altLang="en-FR" sz="1400">
                <a:latin typeface="Aptos" panose="020B0004020202020204" pitchFamily="34" charset="0"/>
              </a:rPr>
              <a:t> from daily meal planning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FR" altLang="en-FR" sz="1400" b="1">
                <a:latin typeface="Aptos" panose="020B0004020202020204" pitchFamily="34" charset="0"/>
              </a:rPr>
              <a:t>Guilt</a:t>
            </a:r>
            <a:r>
              <a:rPr lang="en-FR" altLang="en-FR" sz="1400">
                <a:latin typeface="Aptos" panose="020B0004020202020204" pitchFamily="34" charset="0"/>
              </a:rPr>
              <a:t> about kids’ eating habits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D5F927-029C-B086-13EF-4EB953BC74B4}"/>
              </a:ext>
            </a:extLst>
          </p:cNvPr>
          <p:cNvSpPr txBox="1"/>
          <p:nvPr/>
        </p:nvSpPr>
        <p:spPr>
          <a:xfrm>
            <a:off x="7766986" y="4598964"/>
            <a:ext cx="3420000" cy="1719620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20"/>
              </a:lnSpc>
              <a:spcAft>
                <a:spcPts val="600"/>
              </a:spcAft>
            </a:pPr>
            <a:r>
              <a:rPr lang="en-GB" sz="1600" b="1"/>
              <a:t>VALUE DRIVERS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/>
              <a:t>Ready-to-eat</a:t>
            </a:r>
            <a:r>
              <a:rPr lang="en-GB" sz="1400"/>
              <a:t>, time-saving meals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Trust in </a:t>
            </a:r>
            <a:r>
              <a:rPr lang="en-GB" sz="1400" b="1"/>
              <a:t>freshness</a:t>
            </a:r>
            <a:r>
              <a:rPr lang="en-GB" sz="1400"/>
              <a:t> and </a:t>
            </a:r>
            <a:r>
              <a:rPr lang="en-GB" sz="1400" b="1"/>
              <a:t>traceability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/>
              <a:t>Affordable</a:t>
            </a:r>
            <a:r>
              <a:rPr lang="en-GB" sz="1400"/>
              <a:t> price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/>
              <a:t>Simple</a:t>
            </a:r>
            <a:r>
              <a:rPr lang="en-GB" sz="1400"/>
              <a:t> </a:t>
            </a:r>
            <a:r>
              <a:rPr lang="en-GB" sz="1400" b="1"/>
              <a:t>availability</a:t>
            </a:r>
            <a:r>
              <a:rPr lang="en-GB" sz="1400"/>
              <a:t> via </a:t>
            </a:r>
            <a:r>
              <a:rPr lang="en-GB" sz="1400" err="1"/>
              <a:t>Intermarché</a:t>
            </a:r>
            <a:r>
              <a:rPr lang="en-GB" sz="1400"/>
              <a:t> Drive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4A8E49-1F1D-3338-FC3E-80F3BE1D4BFE}"/>
              </a:ext>
            </a:extLst>
          </p:cNvPr>
          <p:cNvSpPr txBox="1"/>
          <p:nvPr/>
        </p:nvSpPr>
        <p:spPr>
          <a:xfrm>
            <a:off x="3823252" y="2591664"/>
            <a:ext cx="4843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/>
              <a:t>Single mother </a:t>
            </a:r>
            <a:r>
              <a:rPr lang="en-GB" sz="2000" b="1"/>
              <a:t>·</a:t>
            </a:r>
            <a:r>
              <a:rPr lang="en-GB" sz="1400"/>
              <a:t> Hospitality worker</a:t>
            </a:r>
            <a:r>
              <a:rPr lang="en-GB" sz="2000" b="1"/>
              <a:t> · </a:t>
            </a:r>
            <a:r>
              <a:rPr lang="en-GB" sz="1400" err="1"/>
              <a:t>Intermarché</a:t>
            </a:r>
            <a:r>
              <a:rPr lang="en-GB" sz="1400"/>
              <a:t> Drive user</a:t>
            </a:r>
            <a:endParaRPr lang="en-FR" sz="140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52046D1-7AF4-F660-6037-B18ED82BC373}"/>
              </a:ext>
            </a:extLst>
          </p:cNvPr>
          <p:cNvGrpSpPr/>
          <p:nvPr/>
        </p:nvGrpSpPr>
        <p:grpSpPr>
          <a:xfrm>
            <a:off x="5174975" y="2905211"/>
            <a:ext cx="2140224" cy="360000"/>
            <a:chOff x="5506280" y="2905211"/>
            <a:chExt cx="2140224" cy="360000"/>
          </a:xfrm>
        </p:grpSpPr>
        <p:pic>
          <p:nvPicPr>
            <p:cNvPr id="48" name="Graphic 47" descr="Marker outline">
              <a:extLst>
                <a:ext uri="{FF2B5EF4-FFF2-40B4-BE49-F238E27FC236}">
                  <a16:creationId xmlns:a16="http://schemas.microsoft.com/office/drawing/2014/main" id="{092FF869-0325-9916-5E0A-9F6538FA4F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06280" y="2905211"/>
              <a:ext cx="360000" cy="3600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8BBBFC9-17C7-4402-1E99-CDE039327864}"/>
                </a:ext>
              </a:extLst>
            </p:cNvPr>
            <p:cNvSpPr txBox="1"/>
            <p:nvPr/>
          </p:nvSpPr>
          <p:spPr>
            <a:xfrm>
              <a:off x="5731505" y="2931323"/>
              <a:ext cx="1914999" cy="315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/>
                <a:t>Lives &lt;2 km from store</a:t>
              </a:r>
              <a:endParaRPr lang="en-US" sz="1400" b="1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C80B3D-FBB4-AFF1-55BF-2A14A4F59D26}"/>
              </a:ext>
            </a:extLst>
          </p:cNvPr>
          <p:cNvGrpSpPr/>
          <p:nvPr/>
        </p:nvGrpSpPr>
        <p:grpSpPr>
          <a:xfrm>
            <a:off x="5325771" y="3358731"/>
            <a:ext cx="1838632" cy="1710813"/>
            <a:chOff x="5152564" y="3797742"/>
            <a:chExt cx="1838632" cy="1710813"/>
          </a:xfrm>
        </p:grpSpPr>
        <p:sp>
          <p:nvSpPr>
            <p:cNvPr id="13" name="Flowchart: Connector 69">
              <a:extLst>
                <a:ext uri="{FF2B5EF4-FFF2-40B4-BE49-F238E27FC236}">
                  <a16:creationId xmlns:a16="http://schemas.microsoft.com/office/drawing/2014/main" id="{D349316A-A1D0-7D95-6979-D4C9D9BE764B}"/>
                </a:ext>
              </a:extLst>
            </p:cNvPr>
            <p:cNvSpPr/>
            <p:nvPr/>
          </p:nvSpPr>
          <p:spPr>
            <a:xfrm>
              <a:off x="5152564" y="3797742"/>
              <a:ext cx="1838632" cy="1710813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C0F774-D093-0467-728C-9F0998844A2B}"/>
                </a:ext>
              </a:extLst>
            </p:cNvPr>
            <p:cNvSpPr txBox="1"/>
            <p:nvPr/>
          </p:nvSpPr>
          <p:spPr>
            <a:xfrm>
              <a:off x="5380317" y="4353436"/>
              <a:ext cx="1401096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/>
                <a:t>Needs</a:t>
              </a:r>
            </a:p>
            <a:p>
              <a:pPr algn="ctr"/>
              <a:endParaRPr lang="en-US" sz="1400"/>
            </a:p>
            <a:p>
              <a:pPr algn="ctr"/>
              <a:r>
                <a:rPr lang="en-GB" sz="1400"/>
                <a:t>Affordable, healthy meals</a:t>
              </a:r>
            </a:p>
          </p:txBody>
        </p:sp>
        <p:pic>
          <p:nvPicPr>
            <p:cNvPr id="15" name="Graphic 14" descr="Heart with solid fill">
              <a:extLst>
                <a:ext uri="{FF2B5EF4-FFF2-40B4-BE49-F238E27FC236}">
                  <a16:creationId xmlns:a16="http://schemas.microsoft.com/office/drawing/2014/main" id="{9196B638-F068-3D2C-CA5F-186A5C2F49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34378" y="3854134"/>
              <a:ext cx="675004" cy="675004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768FAC-C048-40F3-357A-45B7751AE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7251" y="1049678"/>
            <a:ext cx="2555671" cy="139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44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3241E-F9E6-38D3-CEE5-DB6998290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17B2-C302-9A7F-EEF3-F2FD6785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0" y="341584"/>
            <a:ext cx="9432930" cy="701954"/>
          </a:xfrm>
        </p:spPr>
        <p:txBody>
          <a:bodyPr>
            <a:normAutofit fontScale="90000"/>
          </a:bodyPr>
          <a:lstStyle/>
          <a:p>
            <a:r>
              <a:rPr lang="en-US" sz="3200" b="1">
                <a:ea typeface="+mj-lt"/>
                <a:cs typeface="+mj-lt"/>
              </a:rPr>
              <a:t>Sustainability Impact: Turning waste into carbon savings</a:t>
            </a:r>
            <a:endParaRPr lang="fr-FR" sz="3200" b="1">
              <a:solidFill>
                <a:schemeClr val="bg1"/>
              </a:solidFill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990514B-9D8E-02DE-F2E3-54E59508731C}"/>
              </a:ext>
            </a:extLst>
          </p:cNvPr>
          <p:cNvSpPr/>
          <p:nvPr/>
        </p:nvSpPr>
        <p:spPr>
          <a:xfrm>
            <a:off x="524256" y="1392936"/>
            <a:ext cx="5364480" cy="1895856"/>
          </a:xfrm>
          <a:prstGeom prst="roundRect">
            <a:avLst/>
          </a:prstGeom>
          <a:solidFill>
            <a:schemeClr val="bg1"/>
          </a:solidFill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1. Waste avoided</a:t>
            </a:r>
            <a:br>
              <a:rPr lang="en-US" sz="1400"/>
            </a:br>
            <a:r>
              <a:rPr lang="en-US" sz="1400">
                <a:solidFill>
                  <a:schemeClr val="tx1"/>
                </a:solidFill>
              </a:rPr>
              <a:t>(less destruction = less upstream emissions wasted)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 b="1">
                <a:solidFill>
                  <a:schemeClr val="tx1"/>
                </a:solidFill>
              </a:rPr>
              <a:t>2. Substitution effect</a:t>
            </a:r>
            <a:br>
              <a:rPr lang="en-US" sz="1400"/>
            </a:br>
            <a:r>
              <a:rPr lang="en-US" sz="1400">
                <a:solidFill>
                  <a:schemeClr val="tx1"/>
                </a:solidFill>
              </a:rPr>
              <a:t>(our meals replace industrial ready-meals)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CDAD089-90AC-1318-0EB3-841643776E7A}"/>
              </a:ext>
            </a:extLst>
          </p:cNvPr>
          <p:cNvSpPr/>
          <p:nvPr/>
        </p:nvSpPr>
        <p:spPr>
          <a:xfrm>
            <a:off x="6254496" y="1399032"/>
            <a:ext cx="5364480" cy="1895856"/>
          </a:xfrm>
          <a:prstGeom prst="roundRect">
            <a:avLst/>
          </a:prstGeom>
          <a:solidFill>
            <a:schemeClr val="bg1"/>
          </a:solidFill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fr-FR">
              <a:ea typeface="+mn-lt"/>
              <a:cs typeface="+mn-lt"/>
            </a:endParaRPr>
          </a:p>
          <a:p>
            <a:endParaRPr lang="fr-FR">
              <a:ea typeface="+mn-lt"/>
              <a:cs typeface="+mn-lt"/>
            </a:endParaRPr>
          </a:p>
          <a:p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Becoming a substitute to industrial ready-meals → CO₂ reduction</a:t>
            </a:r>
            <a:endParaRPr lang="en-US" sz="1400" b="1">
              <a:solidFill>
                <a:schemeClr val="tx1"/>
              </a:solidFill>
            </a:endParaRPr>
          </a:p>
          <a:p>
            <a:endParaRPr lang="en-US" sz="1400" b="1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Local anti-waste meals → replace → industrial prepared meals</a:t>
            </a:r>
            <a:endParaRPr lang="en-US" sz="1400">
              <a:solidFill>
                <a:schemeClr val="tx1"/>
              </a:solidFill>
            </a:endParaRPr>
          </a:p>
          <a:p>
            <a:r>
              <a:rPr lang="en-US" sz="1400" i="1">
                <a:solidFill>
                  <a:schemeClr val="tx1"/>
                </a:solidFill>
                <a:ea typeface="+mn-lt"/>
                <a:cs typeface="+mn-lt"/>
              </a:rPr>
              <a:t>(short supply chain, no factory process, no long-distance transport)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B5883DD-D710-71D7-1D4D-BA10F06DB983}"/>
              </a:ext>
            </a:extLst>
          </p:cNvPr>
          <p:cNvSpPr txBox="1"/>
          <p:nvPr/>
        </p:nvSpPr>
        <p:spPr>
          <a:xfrm>
            <a:off x="479426" y="3395288"/>
            <a:ext cx="11142854" cy="578882"/>
          </a:xfrm>
          <a:prstGeom prst="roundRect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 err="1">
                <a:solidFill>
                  <a:schemeClr val="bg1"/>
                </a:solidFill>
              </a:rPr>
              <a:t>Estimated</a:t>
            </a:r>
            <a:r>
              <a:rPr lang="fr-FR" sz="2400" b="1">
                <a:solidFill>
                  <a:schemeClr val="bg1"/>
                </a:solidFill>
              </a:rPr>
              <a:t> CO₂ </a:t>
            </a:r>
            <a:r>
              <a:rPr lang="fr-FR" sz="2400" b="1" err="1">
                <a:solidFill>
                  <a:schemeClr val="bg1"/>
                </a:solidFill>
              </a:rPr>
              <a:t>savings</a:t>
            </a:r>
            <a:r>
              <a:rPr lang="fr-FR" sz="2400" b="1">
                <a:solidFill>
                  <a:schemeClr val="bg1"/>
                </a:solidFill>
              </a:rPr>
              <a:t> per </a:t>
            </a:r>
            <a:r>
              <a:rPr lang="fr-FR" sz="2400" b="1" err="1">
                <a:solidFill>
                  <a:schemeClr val="bg1"/>
                </a:solidFill>
              </a:rPr>
              <a:t>year</a:t>
            </a:r>
            <a:r>
              <a:rPr lang="fr-FR" sz="2400" b="1">
                <a:solidFill>
                  <a:schemeClr val="bg1"/>
                </a:solidFill>
              </a:rPr>
              <a:t> (Darnétal) ≈ 1,8</a:t>
            </a:r>
            <a:r>
              <a:rPr lang="fr-FR" sz="2800" b="1">
                <a:solidFill>
                  <a:schemeClr val="bg1"/>
                </a:solidFill>
              </a:rPr>
              <a:t> ton of CO₂ </a:t>
            </a:r>
            <a:r>
              <a:rPr lang="fr-FR" sz="2800" b="1" err="1">
                <a:solidFill>
                  <a:schemeClr val="bg1"/>
                </a:solidFill>
              </a:rPr>
              <a:t>avoided</a:t>
            </a:r>
            <a:r>
              <a:rPr lang="fr-FR" sz="2800" b="1">
                <a:solidFill>
                  <a:schemeClr val="bg1"/>
                </a:solidFill>
              </a:rPr>
              <a:t> / </a:t>
            </a:r>
            <a:r>
              <a:rPr lang="fr-FR" sz="2800" b="1" err="1">
                <a:solidFill>
                  <a:schemeClr val="bg1"/>
                </a:solidFill>
              </a:rPr>
              <a:t>year</a:t>
            </a:r>
            <a:endParaRPr lang="fr-FR" sz="2800" b="1">
              <a:solidFill>
                <a:schemeClr val="bg1"/>
              </a:solidFill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1004183-725D-F177-4775-6BCDD67DF3E4}"/>
              </a:ext>
            </a:extLst>
          </p:cNvPr>
          <p:cNvSpPr/>
          <p:nvPr/>
        </p:nvSpPr>
        <p:spPr>
          <a:xfrm>
            <a:off x="428625" y="1339976"/>
            <a:ext cx="2365248" cy="371856"/>
          </a:xfrm>
          <a:prstGeom prst="roundRect">
            <a:avLst/>
          </a:prstGeom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Carbon impact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FF9550F-F96C-33DD-EE5F-CB2C75758FC2}"/>
              </a:ext>
            </a:extLst>
          </p:cNvPr>
          <p:cNvSpPr/>
          <p:nvPr/>
        </p:nvSpPr>
        <p:spPr>
          <a:xfrm>
            <a:off x="6104001" y="1339976"/>
            <a:ext cx="2365248" cy="371856"/>
          </a:xfrm>
          <a:prstGeom prst="roundRect">
            <a:avLst/>
          </a:prstGeom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/>
              <a:t>Key </a:t>
            </a:r>
            <a:r>
              <a:rPr lang="fr-FR" err="1"/>
              <a:t>success</a:t>
            </a:r>
            <a:r>
              <a:rPr lang="fr-FR"/>
              <a:t> factor</a:t>
            </a:r>
          </a:p>
        </p:txBody>
      </p:sp>
      <p:sp>
        <p:nvSpPr>
          <p:cNvPr id="23" name="Right Arrow 20">
            <a:extLst>
              <a:ext uri="{FF2B5EF4-FFF2-40B4-BE49-F238E27FC236}">
                <a16:creationId xmlns:a16="http://schemas.microsoft.com/office/drawing/2014/main" id="{2EDE4149-70FF-D392-7BF6-2E943A7253EE}"/>
              </a:ext>
            </a:extLst>
          </p:cNvPr>
          <p:cNvSpPr/>
          <p:nvPr/>
        </p:nvSpPr>
        <p:spPr>
          <a:xfrm>
            <a:off x="5982039" y="4782733"/>
            <a:ext cx="663461" cy="50006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E82BBF4-DE99-F238-E352-2A383E562362}"/>
              </a:ext>
            </a:extLst>
          </p:cNvPr>
          <p:cNvSpPr/>
          <p:nvPr/>
        </p:nvSpPr>
        <p:spPr>
          <a:xfrm>
            <a:off x="6731000" y="4115630"/>
            <a:ext cx="4902200" cy="371856"/>
          </a:xfrm>
          <a:prstGeom prst="roundRect">
            <a:avLst/>
          </a:prstGeom>
          <a:ln>
            <a:solidFill>
              <a:srgbClr val="B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b="1"/>
              <a:t>Equivalent impact</a:t>
            </a:r>
            <a:endParaRPr lang="fr-FR" sz="1600" b="1">
              <a:solidFill>
                <a:schemeClr val="bg1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870A1B2-CDE5-B7BB-AA6A-2E36AA5CBCAF}"/>
              </a:ext>
            </a:extLst>
          </p:cNvPr>
          <p:cNvSpPr txBox="1"/>
          <p:nvPr/>
        </p:nvSpPr>
        <p:spPr>
          <a:xfrm>
            <a:off x="1211986" y="4130752"/>
            <a:ext cx="15097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b="1">
                <a:solidFill>
                  <a:schemeClr val="accent2">
                    <a:lumMod val="49000"/>
                  </a:schemeClr>
                </a:solidFill>
              </a:rPr>
              <a:t>KPI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344BFAA-BFDC-DB7B-A8FE-5249647F2480}"/>
              </a:ext>
            </a:extLst>
          </p:cNvPr>
          <p:cNvSpPr txBox="1"/>
          <p:nvPr/>
        </p:nvSpPr>
        <p:spPr>
          <a:xfrm>
            <a:off x="2450601" y="4130752"/>
            <a:ext cx="15097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 err="1">
                <a:solidFill>
                  <a:schemeClr val="accent2">
                    <a:lumMod val="49000"/>
                  </a:schemeClr>
                </a:solidFill>
              </a:rPr>
              <a:t>Without</a:t>
            </a:r>
            <a:r>
              <a:rPr lang="fr-FR" b="1">
                <a:solidFill>
                  <a:schemeClr val="accent2">
                    <a:lumMod val="49000"/>
                  </a:schemeClr>
                </a:solidFill>
              </a:rPr>
              <a:t> AI</a:t>
            </a:r>
            <a:endParaRPr lang="fr-FR"/>
          </a:p>
          <a:p>
            <a:pPr algn="l"/>
            <a:endParaRPr lang="fr-FR" b="1">
              <a:solidFill>
                <a:schemeClr val="accent2">
                  <a:lumMod val="49000"/>
                </a:schemeClr>
              </a:solidFill>
            </a:endParaRPr>
          </a:p>
        </p:txBody>
      </p:sp>
      <p:graphicFrame>
        <p:nvGraphicFramePr>
          <p:cNvPr id="37" name="Tableau 36">
            <a:extLst>
              <a:ext uri="{FF2B5EF4-FFF2-40B4-BE49-F238E27FC236}">
                <a16:creationId xmlns:a16="http://schemas.microsoft.com/office/drawing/2014/main" id="{78D88CBB-6D90-0930-4D8E-1E8FC8D0C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943996"/>
              </p:ext>
            </p:extLst>
          </p:nvPr>
        </p:nvGraphicFramePr>
        <p:xfrm>
          <a:off x="615921" y="4491228"/>
          <a:ext cx="2320488" cy="14534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20488">
                  <a:extLst>
                    <a:ext uri="{9D8B030D-6E8A-4147-A177-3AD203B41FA5}">
                      <a16:colId xmlns:a16="http://schemas.microsoft.com/office/drawing/2014/main" val="521843671"/>
                    </a:ext>
                  </a:extLst>
                </a:gridCol>
              </a:tblGrid>
              <a:tr h="2491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sz="1200" err="1">
                          <a:effectLst/>
                        </a:rPr>
                        <a:t>Meals</a:t>
                      </a:r>
                      <a:r>
                        <a:rPr lang="fr-FR" sz="1200">
                          <a:effectLst/>
                        </a:rPr>
                        <a:t> </a:t>
                      </a:r>
                      <a:r>
                        <a:rPr lang="fr-FR" sz="1200" err="1">
                          <a:effectLst/>
                        </a:rPr>
                        <a:t>produced</a:t>
                      </a:r>
                      <a:r>
                        <a:rPr lang="fr-FR" sz="1200">
                          <a:effectLst/>
                        </a:rPr>
                        <a:t>/</a:t>
                      </a:r>
                      <a:r>
                        <a:rPr lang="fr-FR" sz="1200" err="1">
                          <a:effectLst/>
                        </a:rPr>
                        <a:t>day</a:t>
                      </a:r>
                      <a:endParaRPr lang="fr-FR" sz="12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116190"/>
                  </a:ext>
                </a:extLst>
              </a:tr>
              <a:tr h="2491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sz="1200" err="1">
                          <a:effectLst/>
                        </a:rPr>
                        <a:t>Avg</a:t>
                      </a:r>
                      <a:r>
                        <a:rPr lang="fr-FR" sz="1200">
                          <a:effectLst/>
                        </a:rPr>
                        <a:t> </a:t>
                      </a:r>
                      <a:r>
                        <a:rPr lang="fr-FR" sz="1200" err="1">
                          <a:effectLst/>
                        </a:rPr>
                        <a:t>meal</a:t>
                      </a:r>
                      <a:r>
                        <a:rPr lang="fr-FR" sz="1200">
                          <a:effectLst/>
                        </a:rPr>
                        <a:t> </a:t>
                      </a:r>
                      <a:r>
                        <a:rPr lang="fr-FR" sz="1200" err="1">
                          <a:effectLst/>
                        </a:rPr>
                        <a:t>weight</a:t>
                      </a:r>
                      <a:endParaRPr lang="fr-FR" sz="12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888098"/>
                  </a:ext>
                </a:extLst>
              </a:tr>
              <a:tr h="2491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sz="1200">
                          <a:effectLst/>
                        </a:rPr>
                        <a:t>Days/</a:t>
                      </a:r>
                      <a:r>
                        <a:rPr lang="fr-FR" sz="1200" err="1">
                          <a:effectLst/>
                        </a:rPr>
                        <a:t>year</a:t>
                      </a:r>
                      <a:endParaRPr lang="fr-FR" sz="12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092294"/>
                  </a:ext>
                </a:extLst>
              </a:tr>
              <a:tr h="456807"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fr-FR" sz="1200">
                          <a:effectLst/>
                        </a:rPr>
                        <a:t>Net </a:t>
                      </a:r>
                      <a:r>
                        <a:rPr lang="fr-FR" sz="1200" err="1">
                          <a:effectLst/>
                        </a:rPr>
                        <a:t>difference</a:t>
                      </a:r>
                      <a:r>
                        <a:rPr lang="fr-FR" sz="1200">
                          <a:effectLst/>
                        </a:rPr>
                        <a:t> : industrial</a:t>
                      </a:r>
                      <a:endParaRPr lang="fr-FR"/>
                    </a:p>
                    <a:p>
                      <a:pPr lvl="0">
                        <a:buNone/>
                      </a:pPr>
                      <a:r>
                        <a:rPr lang="fr-FR" sz="1200">
                          <a:effectLst/>
                        </a:rPr>
                        <a:t>vs. local </a:t>
                      </a:r>
                      <a:r>
                        <a:rPr lang="fr-FR" sz="1200" err="1">
                          <a:effectLst/>
                        </a:rPr>
                        <a:t>meal</a:t>
                      </a:r>
                      <a:r>
                        <a:rPr lang="fr-FR" sz="1200">
                          <a:effectLst/>
                        </a:rPr>
                        <a:t> </a:t>
                      </a:r>
                      <a:endParaRPr lang="fr-FR"/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751060"/>
                  </a:ext>
                </a:extLst>
              </a:tr>
              <a:tr h="2491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fr-FR" sz="1200">
                          <a:effectLst/>
                        </a:rPr>
                        <a:t>Net CO₂ </a:t>
                      </a:r>
                      <a:r>
                        <a:rPr lang="fr-FR" sz="1200" err="1">
                          <a:effectLst/>
                        </a:rPr>
                        <a:t>saved</a:t>
                      </a:r>
                      <a:endParaRPr lang="fr-FR" sz="12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13451"/>
                  </a:ext>
                </a:extLst>
              </a:tr>
            </a:tbl>
          </a:graphicData>
        </a:graphic>
      </p:graphicFrame>
      <p:graphicFrame>
        <p:nvGraphicFramePr>
          <p:cNvPr id="39" name="Tableau 38">
            <a:extLst>
              <a:ext uri="{FF2B5EF4-FFF2-40B4-BE49-F238E27FC236}">
                <a16:creationId xmlns:a16="http://schemas.microsoft.com/office/drawing/2014/main" id="{6B34D07E-4F57-53B0-E5B9-665A8AB04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674235"/>
              </p:ext>
            </p:extLst>
          </p:nvPr>
        </p:nvGraphicFramePr>
        <p:xfrm>
          <a:off x="2039676" y="4508613"/>
          <a:ext cx="3041047" cy="196746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51998">
                  <a:extLst>
                    <a:ext uri="{9D8B030D-6E8A-4147-A177-3AD203B41FA5}">
                      <a16:colId xmlns:a16="http://schemas.microsoft.com/office/drawing/2014/main" val="964226954"/>
                    </a:ext>
                  </a:extLst>
                </a:gridCol>
                <a:gridCol w="82550">
                  <a:extLst>
                    <a:ext uri="{9D8B030D-6E8A-4147-A177-3AD203B41FA5}">
                      <a16:colId xmlns:a16="http://schemas.microsoft.com/office/drawing/2014/main" val="1727673952"/>
                    </a:ext>
                  </a:extLst>
                </a:gridCol>
                <a:gridCol w="1106499">
                  <a:extLst>
                    <a:ext uri="{9D8B030D-6E8A-4147-A177-3AD203B41FA5}">
                      <a16:colId xmlns:a16="http://schemas.microsoft.com/office/drawing/2014/main" val="2886902118"/>
                    </a:ext>
                  </a:extLst>
                </a:gridCol>
              </a:tblGrid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30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179822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200g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967766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300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673675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~0.2 kg CO₂/</a:t>
                      </a:r>
                      <a:r>
                        <a:rPr lang="fr-FR" sz="1200" b="1" err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meal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2988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200" b="1" i="0" u="none" strike="noStrike" noProof="0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  <a:latin typeface="Aptos"/>
                        </a:rPr>
                        <a:t>1,8t</a:t>
                      </a:r>
                      <a:endParaRPr lang="fr-FR"/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229656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fr-FR" sz="12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498917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33041"/>
                  </a:ext>
                </a:extLst>
              </a:tr>
            </a:tbl>
          </a:graphicData>
        </a:graphic>
      </p:graphicFrame>
      <p:sp>
        <p:nvSpPr>
          <p:cNvPr id="43" name="Rounded Rectangle 7">
            <a:extLst>
              <a:ext uri="{FF2B5EF4-FFF2-40B4-BE49-F238E27FC236}">
                <a16:creationId xmlns:a16="http://schemas.microsoft.com/office/drawing/2014/main" id="{1C4B1CAF-4C59-7985-C393-E023B59575DA}"/>
              </a:ext>
            </a:extLst>
          </p:cNvPr>
          <p:cNvSpPr/>
          <p:nvPr/>
        </p:nvSpPr>
        <p:spPr>
          <a:xfrm>
            <a:off x="554348" y="4083570"/>
            <a:ext cx="4787884" cy="2036978"/>
          </a:xfrm>
          <a:prstGeom prst="roundRect">
            <a:avLst/>
          </a:prstGeom>
          <a:noFill/>
          <a:ln w="19050">
            <a:solidFill>
              <a:srgbClr val="BB001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F129B68-B50D-D458-71A0-228D372F3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82795"/>
              </p:ext>
            </p:extLst>
          </p:nvPr>
        </p:nvGraphicFramePr>
        <p:xfrm>
          <a:off x="3563676" y="4508613"/>
          <a:ext cx="1934548" cy="16864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51998">
                  <a:extLst>
                    <a:ext uri="{9D8B030D-6E8A-4147-A177-3AD203B41FA5}">
                      <a16:colId xmlns:a16="http://schemas.microsoft.com/office/drawing/2014/main" val="964226954"/>
                    </a:ext>
                  </a:extLst>
                </a:gridCol>
                <a:gridCol w="82550">
                  <a:extLst>
                    <a:ext uri="{9D8B030D-6E8A-4147-A177-3AD203B41FA5}">
                      <a16:colId xmlns:a16="http://schemas.microsoft.com/office/drawing/2014/main" val="1727673952"/>
                    </a:ext>
                  </a:extLst>
                </a:gridCol>
              </a:tblGrid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36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179822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200g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967766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300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673675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~0.2 kg CO₂/</a:t>
                      </a:r>
                      <a:r>
                        <a:rPr lang="fr-FR" sz="1200" b="1" err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meal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2988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r-FR" sz="1200" b="1">
                          <a:solidFill>
                            <a:schemeClr val="accent2">
                              <a:lumMod val="49000"/>
                            </a:schemeClr>
                          </a:solidFill>
                          <a:effectLst/>
                        </a:rPr>
                        <a:t>2,2t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498917"/>
                  </a:ext>
                </a:extLst>
              </a:tr>
              <a:tr h="2810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fr-FR" sz="1400" b="1">
                        <a:solidFill>
                          <a:schemeClr val="accent2">
                            <a:lumMod val="49000"/>
                          </a:schemeClr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33041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D9D5117B-97C0-3E67-8FE1-189A9C79AF36}"/>
              </a:ext>
            </a:extLst>
          </p:cNvPr>
          <p:cNvSpPr txBox="1"/>
          <p:nvPr/>
        </p:nvSpPr>
        <p:spPr>
          <a:xfrm>
            <a:off x="3997179" y="4130752"/>
            <a:ext cx="15097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 err="1">
                <a:solidFill>
                  <a:schemeClr val="accent2">
                    <a:lumMod val="49000"/>
                  </a:schemeClr>
                </a:solidFill>
              </a:rPr>
              <a:t>With</a:t>
            </a:r>
            <a:r>
              <a:rPr lang="fr-FR" b="1">
                <a:solidFill>
                  <a:schemeClr val="accent2">
                    <a:lumMod val="49000"/>
                  </a:schemeClr>
                </a:solidFill>
              </a:rPr>
              <a:t> AI</a:t>
            </a:r>
            <a:endParaRPr lang="fr-FR">
              <a:solidFill>
                <a:schemeClr val="accent2">
                  <a:lumMod val="49000"/>
                </a:schemeClr>
              </a:solidFill>
            </a:endParaRPr>
          </a:p>
          <a:p>
            <a:pPr algn="l"/>
            <a:endParaRPr lang="fr-FR" b="1">
              <a:solidFill>
                <a:schemeClr val="accent2">
                  <a:lumMod val="49000"/>
                </a:schemeClr>
              </a:solidFill>
            </a:endParaRPr>
          </a:p>
        </p:txBody>
      </p:sp>
      <p:pic>
        <p:nvPicPr>
          <p:cNvPr id="8" name="Graphic 7" descr="Home with solid fill">
            <a:extLst>
              <a:ext uri="{FF2B5EF4-FFF2-40B4-BE49-F238E27FC236}">
                <a16:creationId xmlns:a16="http://schemas.microsoft.com/office/drawing/2014/main" id="{D9C45AC3-608E-FE5F-912A-A747B56E8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4550" y="5942299"/>
            <a:ext cx="432000" cy="432000"/>
          </a:xfrm>
          <a:prstGeom prst="rect">
            <a:avLst/>
          </a:prstGeom>
        </p:spPr>
      </p:pic>
      <p:pic>
        <p:nvPicPr>
          <p:cNvPr id="11" name="Graphic 10" descr="Car with solid fill">
            <a:extLst>
              <a:ext uri="{FF2B5EF4-FFF2-40B4-BE49-F238E27FC236}">
                <a16:creationId xmlns:a16="http://schemas.microsoft.com/office/drawing/2014/main" id="{C291ABE5-B4E4-2BCE-CE28-3AE4D7A990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4550" y="5256262"/>
            <a:ext cx="432000" cy="432000"/>
          </a:xfrm>
          <a:prstGeom prst="rect">
            <a:avLst/>
          </a:prstGeom>
        </p:spPr>
      </p:pic>
      <p:pic>
        <p:nvPicPr>
          <p:cNvPr id="14" name="Graphic 13" descr="Aeroplane with solid fill">
            <a:extLst>
              <a:ext uri="{FF2B5EF4-FFF2-40B4-BE49-F238E27FC236}">
                <a16:creationId xmlns:a16="http://schemas.microsoft.com/office/drawing/2014/main" id="{B5C8C5B9-6F5C-61BF-6E00-2318851BB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4550" y="4650849"/>
            <a:ext cx="432000" cy="432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01C069-805F-8494-2A78-910CF5531F40}"/>
              </a:ext>
            </a:extLst>
          </p:cNvPr>
          <p:cNvSpPr txBox="1"/>
          <p:nvPr/>
        </p:nvSpPr>
        <p:spPr>
          <a:xfrm>
            <a:off x="7362825" y="4636017"/>
            <a:ext cx="3952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solidFill>
                  <a:schemeClr val="accent2"/>
                </a:solidFill>
                <a:ea typeface="+mn-lt"/>
                <a:cs typeface="+mn-lt"/>
              </a:rPr>
              <a:t>2</a:t>
            </a:r>
            <a:r>
              <a:rPr lang="fr-FR" sz="1600" b="1">
                <a:ea typeface="+mn-lt"/>
                <a:cs typeface="+mn-lt"/>
              </a:rPr>
              <a:t> Paris–Marseille </a:t>
            </a:r>
            <a:r>
              <a:rPr lang="fr-FR" sz="1600" b="1" err="1">
                <a:ea typeface="+mn-lt"/>
                <a:cs typeface="+mn-lt"/>
              </a:rPr>
              <a:t>flights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200" i="1">
                <a:ea typeface="+mn-lt"/>
                <a:cs typeface="+mn-lt"/>
              </a:rPr>
              <a:t>(~1.2 </a:t>
            </a:r>
            <a:r>
              <a:rPr lang="fr-FR" sz="1200" i="1" err="1">
                <a:ea typeface="+mn-lt"/>
                <a:cs typeface="+mn-lt"/>
              </a:rPr>
              <a:t>tCO</a:t>
            </a:r>
            <a:r>
              <a:rPr lang="fr-FR" sz="1200" i="1">
                <a:ea typeface="+mn-lt"/>
                <a:cs typeface="+mn-lt"/>
              </a:rPr>
              <a:t>₂/flight)</a:t>
            </a:r>
            <a:endParaRPr lang="fr-FR" sz="1600">
              <a:ea typeface="+mn-lt"/>
              <a:cs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E00FCB-2AF2-685E-E79B-1FC59E68C3DE}"/>
              </a:ext>
            </a:extLst>
          </p:cNvPr>
          <p:cNvSpPr txBox="1"/>
          <p:nvPr/>
        </p:nvSpPr>
        <p:spPr>
          <a:xfrm>
            <a:off x="7337425" y="5241430"/>
            <a:ext cx="46005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solidFill>
                  <a:schemeClr val="accent2"/>
                </a:solidFill>
                <a:ea typeface="+mn-lt"/>
                <a:cs typeface="+mn-lt"/>
              </a:rPr>
              <a:t>11,000</a:t>
            </a:r>
            <a:r>
              <a:rPr lang="fr-FR" sz="1600" b="1">
                <a:ea typeface="+mn-lt"/>
                <a:cs typeface="+mn-lt"/>
              </a:rPr>
              <a:t> km </a:t>
            </a:r>
            <a:r>
              <a:rPr lang="fr-FR" sz="1600" b="1" err="1">
                <a:ea typeface="+mn-lt"/>
                <a:cs typeface="+mn-lt"/>
              </a:rPr>
              <a:t>driven</a:t>
            </a:r>
            <a:r>
              <a:rPr lang="fr-FR" sz="1600" b="1">
                <a:ea typeface="+mn-lt"/>
                <a:cs typeface="+mn-lt"/>
              </a:rPr>
              <a:t> by a car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200" i="1">
                <a:ea typeface="+mn-lt"/>
                <a:cs typeface="+mn-lt"/>
              </a:rPr>
              <a:t>(~0.2 </a:t>
            </a:r>
            <a:r>
              <a:rPr lang="fr-FR" sz="1200" i="1" err="1">
                <a:ea typeface="+mn-lt"/>
                <a:cs typeface="+mn-lt"/>
              </a:rPr>
              <a:t>kgCO</a:t>
            </a:r>
            <a:r>
              <a:rPr lang="fr-FR" sz="1200" i="1">
                <a:ea typeface="+mn-lt"/>
                <a:cs typeface="+mn-lt"/>
              </a:rPr>
              <a:t>₂/km)</a:t>
            </a:r>
            <a:endParaRPr lang="fr-FR" sz="1600">
              <a:ea typeface="+mn-lt"/>
              <a:cs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FC5F2E-C5FA-E2E1-F1B4-B7D5570F74DF}"/>
              </a:ext>
            </a:extLst>
          </p:cNvPr>
          <p:cNvSpPr txBox="1"/>
          <p:nvPr/>
        </p:nvSpPr>
        <p:spPr>
          <a:xfrm>
            <a:off x="7337425" y="5835134"/>
            <a:ext cx="4600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>
                <a:solidFill>
                  <a:schemeClr val="accent2"/>
                </a:solidFill>
                <a:ea typeface="+mn-lt"/>
                <a:cs typeface="+mn-lt"/>
              </a:rPr>
              <a:t>1</a:t>
            </a:r>
            <a:r>
              <a:rPr lang="fr-FR" sz="2400" b="1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household</a:t>
            </a:r>
            <a:r>
              <a:rPr lang="fr-FR" b="1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electricity</a:t>
            </a:r>
            <a:r>
              <a:rPr lang="fr-FR" b="1">
                <a:ea typeface="+mn-lt"/>
                <a:cs typeface="+mn-lt"/>
              </a:rPr>
              <a:t> / </a:t>
            </a:r>
            <a:r>
              <a:rPr lang="fr-FR" sz="2400" b="1">
                <a:solidFill>
                  <a:schemeClr val="accent2"/>
                </a:solidFill>
                <a:ea typeface="+mn-lt"/>
                <a:cs typeface="+mn-lt"/>
              </a:rPr>
              <a:t>6</a:t>
            </a:r>
            <a:r>
              <a:rPr lang="fr-FR" b="1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months</a:t>
            </a:r>
            <a:r>
              <a:rPr lang="fr-FR" b="1">
                <a:ea typeface="+mn-lt"/>
                <a:cs typeface="+mn-lt"/>
              </a:rPr>
              <a:t> </a:t>
            </a:r>
          </a:p>
          <a:p>
            <a:r>
              <a:rPr lang="fr-FR" sz="1200" i="1">
                <a:ea typeface="+mn-lt"/>
                <a:cs typeface="+mn-lt"/>
              </a:rPr>
              <a:t>(~4.5 </a:t>
            </a:r>
            <a:r>
              <a:rPr lang="fr-FR" sz="1200" i="1" err="1">
                <a:ea typeface="+mn-lt"/>
                <a:cs typeface="+mn-lt"/>
              </a:rPr>
              <a:t>tCO</a:t>
            </a:r>
            <a:r>
              <a:rPr lang="fr-FR" sz="1200" i="1">
                <a:ea typeface="+mn-lt"/>
                <a:cs typeface="+mn-lt"/>
              </a:rPr>
              <a:t>₂/</a:t>
            </a:r>
            <a:r>
              <a:rPr lang="fr-FR" sz="1200" i="1" err="1">
                <a:ea typeface="+mn-lt"/>
                <a:cs typeface="+mn-lt"/>
              </a:rPr>
              <a:t>household</a:t>
            </a:r>
            <a:r>
              <a:rPr lang="fr-FR" sz="1200" i="1">
                <a:ea typeface="+mn-lt"/>
                <a:cs typeface="+mn-lt"/>
              </a:rPr>
              <a:t>)</a:t>
            </a:r>
            <a:endParaRPr lang="fr-FR" sz="16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2410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323F-1624-1058-B01E-C54D73D2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8D0D8BBD-41FB-1257-94A0-B21441760FFF}"/>
              </a:ext>
            </a:extLst>
          </p:cNvPr>
          <p:cNvGrpSpPr/>
          <p:nvPr/>
        </p:nvGrpSpPr>
        <p:grpSpPr>
          <a:xfrm>
            <a:off x="524532" y="3036406"/>
            <a:ext cx="1928831" cy="2551594"/>
            <a:chOff x="524532" y="3036406"/>
            <a:chExt cx="1928831" cy="2551594"/>
          </a:xfrm>
        </p:grpSpPr>
        <p:sp>
          <p:nvSpPr>
            <p:cNvPr id="65" name="Freeform 3">
              <a:extLst>
                <a:ext uri="{FF2B5EF4-FFF2-40B4-BE49-F238E27FC236}">
                  <a16:creationId xmlns:a16="http://schemas.microsoft.com/office/drawing/2014/main" id="{E56F8307-9B0A-9664-56CD-24C2D99BA545}"/>
                </a:ext>
              </a:extLst>
            </p:cNvPr>
            <p:cNvSpPr/>
            <p:nvPr/>
          </p:nvSpPr>
          <p:spPr>
            <a:xfrm>
              <a:off x="524532" y="3036406"/>
              <a:ext cx="1928831" cy="2551594"/>
            </a:xfrm>
            <a:custGeom>
              <a:avLst/>
              <a:gdLst/>
              <a:ahLst/>
              <a:cxnLst/>
              <a:rect l="l" t="t" r="r" b="b"/>
              <a:pathLst>
                <a:path w="762007" h="1245637">
                  <a:moveTo>
                    <a:pt x="80276" y="0"/>
                  </a:moveTo>
                  <a:lnTo>
                    <a:pt x="681732" y="0"/>
                  </a:lnTo>
                  <a:cubicBezTo>
                    <a:pt x="703022" y="0"/>
                    <a:pt x="723440" y="8458"/>
                    <a:pt x="738495" y="23512"/>
                  </a:cubicBezTo>
                  <a:cubicBezTo>
                    <a:pt x="753550" y="38567"/>
                    <a:pt x="762007" y="58985"/>
                    <a:pt x="762007" y="80276"/>
                  </a:cubicBezTo>
                  <a:lnTo>
                    <a:pt x="762007" y="1165361"/>
                  </a:lnTo>
                  <a:cubicBezTo>
                    <a:pt x="762007" y="1209696"/>
                    <a:pt x="726067" y="1245637"/>
                    <a:pt x="681732" y="1245637"/>
                  </a:cubicBezTo>
                  <a:lnTo>
                    <a:pt x="80276" y="1245637"/>
                  </a:lnTo>
                  <a:cubicBezTo>
                    <a:pt x="58985" y="1245637"/>
                    <a:pt x="38567" y="1237179"/>
                    <a:pt x="23512" y="1222125"/>
                  </a:cubicBezTo>
                  <a:cubicBezTo>
                    <a:pt x="8458" y="1207070"/>
                    <a:pt x="0" y="1186651"/>
                    <a:pt x="0" y="1165361"/>
                  </a:cubicBezTo>
                  <a:lnTo>
                    <a:pt x="0" y="80276"/>
                  </a:lnTo>
                  <a:cubicBezTo>
                    <a:pt x="0" y="35941"/>
                    <a:pt x="35941" y="0"/>
                    <a:pt x="8027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4" name="TextBox 47">
              <a:extLst>
                <a:ext uri="{FF2B5EF4-FFF2-40B4-BE49-F238E27FC236}">
                  <a16:creationId xmlns:a16="http://schemas.microsoft.com/office/drawing/2014/main" id="{D667F9D7-1BAD-6BF8-FAF5-6B0EB23686C7}"/>
                </a:ext>
              </a:extLst>
            </p:cNvPr>
            <p:cNvSpPr txBox="1"/>
            <p:nvPr/>
          </p:nvSpPr>
          <p:spPr>
            <a:xfrm>
              <a:off x="567300" y="4664218"/>
              <a:ext cx="1843295" cy="8697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spcBef>
                  <a:spcPct val="0"/>
                </a:spcBef>
              </a:pPr>
              <a:r>
                <a:rPr lang="en-US" sz="1650" b="1" spc="-108">
                  <a:solidFill>
                    <a:srgbClr val="1B1B1B"/>
                  </a:solidFill>
                  <a:latin typeface="Aptos"/>
                  <a:ea typeface="Telegraf Bold"/>
                  <a:cs typeface="Telegraf Bold"/>
                  <a:sym typeface="Telegraf Bold"/>
                </a:rPr>
                <a:t>Fresh Rescue</a:t>
              </a:r>
              <a:r>
                <a:rPr lang="en-US" sz="1650" spc="-108">
                  <a:solidFill>
                    <a:srgbClr val="1B1B1B"/>
                  </a:solidFill>
                  <a:latin typeface="Aptos"/>
                  <a:ea typeface="Telegraf"/>
                  <a:cs typeface="Telegraf"/>
                  <a:sym typeface="Telegraf"/>
                </a:rPr>
                <a:t> </a:t>
              </a:r>
            </a:p>
            <a:p>
              <a:pPr algn="ctr">
                <a:lnSpc>
                  <a:spcPts val="2333"/>
                </a:lnSpc>
                <a:spcBef>
                  <a:spcPct val="0"/>
                </a:spcBef>
              </a:pPr>
              <a:r>
                <a:rPr lang="en-US" sz="1650" spc="-108">
                  <a:solidFill>
                    <a:srgbClr val="1B1B1B"/>
                  </a:solidFill>
                  <a:latin typeface="Aptos"/>
                  <a:ea typeface="Telegraf"/>
                  <a:cs typeface="Telegraf"/>
                  <a:sym typeface="Telegraf"/>
                </a:rPr>
                <a:t>Waste Monetization Engine</a:t>
              </a:r>
              <a:endParaRPr lang="en-US" sz="1650" spc="-108">
                <a:solidFill>
                  <a:srgbClr val="1B1B1B"/>
                </a:solidFill>
                <a:latin typeface="Aptos"/>
                <a:ea typeface="Telegraf"/>
                <a:cs typeface="Telegraf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2D7264-80AE-4B89-E840-F403DE00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0" y="341584"/>
            <a:ext cx="10515600" cy="701954"/>
          </a:xfrm>
        </p:spPr>
        <p:txBody>
          <a:bodyPr>
            <a:normAutofit/>
          </a:bodyPr>
          <a:lstStyle/>
          <a:p>
            <a:r>
              <a:rPr lang="en-FR" sz="3200" b="1"/>
              <a:t>IA – the enabler</a:t>
            </a:r>
            <a:r>
              <a:rPr lang="en-FR" sz="3200" b="1">
                <a:solidFill>
                  <a:schemeClr val="bg1"/>
                </a:solidFill>
              </a:rPr>
              <a:t>le of content</a:t>
            </a:r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C08E3205-9F3C-F8C9-360A-8B09441D0192}"/>
              </a:ext>
            </a:extLst>
          </p:cNvPr>
          <p:cNvGrpSpPr/>
          <p:nvPr/>
        </p:nvGrpSpPr>
        <p:grpSpPr>
          <a:xfrm rot="5400000">
            <a:off x="5173320" y="-3425528"/>
            <a:ext cx="1674712" cy="10976312"/>
            <a:chOff x="0" y="-19050"/>
            <a:chExt cx="814748" cy="4333950"/>
          </a:xfrm>
        </p:grpSpPr>
        <p:sp>
          <p:nvSpPr>
            <p:cNvPr id="5" name="Freeform 35">
              <a:extLst>
                <a:ext uri="{FF2B5EF4-FFF2-40B4-BE49-F238E27FC236}">
                  <a16:creationId xmlns:a16="http://schemas.microsoft.com/office/drawing/2014/main" id="{5C1F80A7-4352-74FC-6075-931EA732E659}"/>
                </a:ext>
              </a:extLst>
            </p:cNvPr>
            <p:cNvSpPr/>
            <p:nvPr/>
          </p:nvSpPr>
          <p:spPr>
            <a:xfrm>
              <a:off x="0" y="5261"/>
              <a:ext cx="814748" cy="4309639"/>
            </a:xfrm>
            <a:custGeom>
              <a:avLst/>
              <a:gdLst/>
              <a:ahLst/>
              <a:cxnLst/>
              <a:rect l="l" t="t" r="r" b="b"/>
              <a:pathLst>
                <a:path w="814748" h="4109856">
                  <a:moveTo>
                    <a:pt x="75079" y="0"/>
                  </a:moveTo>
                  <a:lnTo>
                    <a:pt x="739669" y="0"/>
                  </a:lnTo>
                  <a:cubicBezTo>
                    <a:pt x="781134" y="0"/>
                    <a:pt x="814748" y="33614"/>
                    <a:pt x="814748" y="75079"/>
                  </a:cubicBezTo>
                  <a:lnTo>
                    <a:pt x="814748" y="4034777"/>
                  </a:lnTo>
                  <a:cubicBezTo>
                    <a:pt x="814748" y="4054689"/>
                    <a:pt x="806838" y="4073786"/>
                    <a:pt x="792758" y="4087866"/>
                  </a:cubicBezTo>
                  <a:cubicBezTo>
                    <a:pt x="778678" y="4101946"/>
                    <a:pt x="759581" y="4109856"/>
                    <a:pt x="739669" y="4109856"/>
                  </a:cubicBezTo>
                  <a:lnTo>
                    <a:pt x="75079" y="4109856"/>
                  </a:lnTo>
                  <a:cubicBezTo>
                    <a:pt x="55167" y="4109856"/>
                    <a:pt x="36070" y="4101946"/>
                    <a:pt x="21990" y="4087866"/>
                  </a:cubicBezTo>
                  <a:cubicBezTo>
                    <a:pt x="7910" y="4073786"/>
                    <a:pt x="0" y="4054689"/>
                    <a:pt x="0" y="4034777"/>
                  </a:cubicBezTo>
                  <a:lnTo>
                    <a:pt x="0" y="75079"/>
                  </a:lnTo>
                  <a:cubicBezTo>
                    <a:pt x="0" y="55167"/>
                    <a:pt x="7910" y="36070"/>
                    <a:pt x="21990" y="21990"/>
                  </a:cubicBezTo>
                  <a:cubicBezTo>
                    <a:pt x="36070" y="7910"/>
                    <a:pt x="55167" y="0"/>
                    <a:pt x="7507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BB3333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97521192-8C0C-616E-D299-EC6E4231B1C2}"/>
                </a:ext>
              </a:extLst>
            </p:cNvPr>
            <p:cNvSpPr txBox="1"/>
            <p:nvPr/>
          </p:nvSpPr>
          <p:spPr>
            <a:xfrm>
              <a:off x="0" y="-19050"/>
              <a:ext cx="814748" cy="412890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Freeform 37">
            <a:extLst>
              <a:ext uri="{FF2B5EF4-FFF2-40B4-BE49-F238E27FC236}">
                <a16:creationId xmlns:a16="http://schemas.microsoft.com/office/drawing/2014/main" id="{AB46475E-0C36-A4A2-813D-D1C7D26324D9}"/>
              </a:ext>
            </a:extLst>
          </p:cNvPr>
          <p:cNvSpPr/>
          <p:nvPr/>
        </p:nvSpPr>
        <p:spPr>
          <a:xfrm>
            <a:off x="2779848" y="1573251"/>
            <a:ext cx="1686205" cy="1017817"/>
          </a:xfrm>
          <a:custGeom>
            <a:avLst/>
            <a:gdLst/>
            <a:ahLst/>
            <a:cxnLst/>
            <a:rect l="l" t="t" r="r" b="b"/>
            <a:pathLst>
              <a:path w="2529307" h="1526726">
                <a:moveTo>
                  <a:pt x="0" y="0"/>
                </a:moveTo>
                <a:lnTo>
                  <a:pt x="2529307" y="0"/>
                </a:lnTo>
                <a:lnTo>
                  <a:pt x="2529307" y="1526726"/>
                </a:lnTo>
                <a:lnTo>
                  <a:pt x="0" y="1526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50" b="-3250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8" name="Group 38">
            <a:extLst>
              <a:ext uri="{FF2B5EF4-FFF2-40B4-BE49-F238E27FC236}">
                <a16:creationId xmlns:a16="http://schemas.microsoft.com/office/drawing/2014/main" id="{F8AAFEC3-3274-E827-B4DA-1D62CDD5DBE0}"/>
              </a:ext>
            </a:extLst>
          </p:cNvPr>
          <p:cNvGrpSpPr/>
          <p:nvPr/>
        </p:nvGrpSpPr>
        <p:grpSpPr>
          <a:xfrm rot="5400000">
            <a:off x="3536771" y="1287599"/>
            <a:ext cx="142728" cy="1637343"/>
            <a:chOff x="0" y="-19050"/>
            <a:chExt cx="56386" cy="646852"/>
          </a:xfrm>
        </p:grpSpPr>
        <p:sp>
          <p:nvSpPr>
            <p:cNvPr id="9" name="Freeform 39">
              <a:extLst>
                <a:ext uri="{FF2B5EF4-FFF2-40B4-BE49-F238E27FC236}">
                  <a16:creationId xmlns:a16="http://schemas.microsoft.com/office/drawing/2014/main" id="{4E744F4F-062D-F462-F7E1-8D0405F270A6}"/>
                </a:ext>
              </a:extLst>
            </p:cNvPr>
            <p:cNvSpPr/>
            <p:nvPr/>
          </p:nvSpPr>
          <p:spPr>
            <a:xfrm>
              <a:off x="0" y="0"/>
              <a:ext cx="56386" cy="627802"/>
            </a:xfrm>
            <a:custGeom>
              <a:avLst/>
              <a:gdLst/>
              <a:ahLst/>
              <a:cxnLst/>
              <a:rect l="l" t="t" r="r" b="b"/>
              <a:pathLst>
                <a:path w="56386" h="627802">
                  <a:moveTo>
                    <a:pt x="28193" y="0"/>
                  </a:moveTo>
                  <a:lnTo>
                    <a:pt x="28193" y="0"/>
                  </a:lnTo>
                  <a:cubicBezTo>
                    <a:pt x="35670" y="0"/>
                    <a:pt x="42842" y="2970"/>
                    <a:pt x="48129" y="8258"/>
                  </a:cubicBezTo>
                  <a:cubicBezTo>
                    <a:pt x="53416" y="13545"/>
                    <a:pt x="56386" y="20716"/>
                    <a:pt x="56386" y="28193"/>
                  </a:cubicBezTo>
                  <a:lnTo>
                    <a:pt x="56386" y="599609"/>
                  </a:lnTo>
                  <a:cubicBezTo>
                    <a:pt x="56386" y="607086"/>
                    <a:pt x="53416" y="614257"/>
                    <a:pt x="48129" y="619544"/>
                  </a:cubicBezTo>
                  <a:cubicBezTo>
                    <a:pt x="42842" y="624831"/>
                    <a:pt x="35670" y="627802"/>
                    <a:pt x="28193" y="627802"/>
                  </a:cubicBezTo>
                  <a:lnTo>
                    <a:pt x="28193" y="627802"/>
                  </a:lnTo>
                  <a:cubicBezTo>
                    <a:pt x="20716" y="627802"/>
                    <a:pt x="13545" y="624831"/>
                    <a:pt x="8258" y="619544"/>
                  </a:cubicBezTo>
                  <a:cubicBezTo>
                    <a:pt x="2970" y="614257"/>
                    <a:pt x="0" y="607086"/>
                    <a:pt x="0" y="599609"/>
                  </a:cubicBezTo>
                  <a:lnTo>
                    <a:pt x="0" y="28193"/>
                  </a:lnTo>
                  <a:cubicBezTo>
                    <a:pt x="0" y="20716"/>
                    <a:pt x="2970" y="13545"/>
                    <a:pt x="8258" y="8258"/>
                  </a:cubicBezTo>
                  <a:cubicBezTo>
                    <a:pt x="13545" y="2970"/>
                    <a:pt x="20716" y="0"/>
                    <a:pt x="28193" y="0"/>
                  </a:cubicBezTo>
                  <a:close/>
                </a:path>
              </a:pathLst>
            </a:custGeom>
            <a:solidFill>
              <a:srgbClr val="C1FF72"/>
            </a:solidFill>
            <a:ln w="19050" cap="rnd">
              <a:solidFill>
                <a:srgbClr val="BB3333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Box 40">
              <a:extLst>
                <a:ext uri="{FF2B5EF4-FFF2-40B4-BE49-F238E27FC236}">
                  <a16:creationId xmlns:a16="http://schemas.microsoft.com/office/drawing/2014/main" id="{1985EA70-AF94-C521-6FD3-8630B6BF72E1}"/>
                </a:ext>
              </a:extLst>
            </p:cNvPr>
            <p:cNvSpPr txBox="1"/>
            <p:nvPr/>
          </p:nvSpPr>
          <p:spPr>
            <a:xfrm>
              <a:off x="0" y="-19050"/>
              <a:ext cx="56386" cy="64685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1" name="Freeform 41">
            <a:extLst>
              <a:ext uri="{FF2B5EF4-FFF2-40B4-BE49-F238E27FC236}">
                <a16:creationId xmlns:a16="http://schemas.microsoft.com/office/drawing/2014/main" id="{10490CC8-4F8D-A316-F3E3-8ADE2D7C1F49}"/>
              </a:ext>
            </a:extLst>
          </p:cNvPr>
          <p:cNvSpPr/>
          <p:nvPr/>
        </p:nvSpPr>
        <p:spPr>
          <a:xfrm>
            <a:off x="2634726" y="2010796"/>
            <a:ext cx="170852" cy="165881"/>
          </a:xfrm>
          <a:custGeom>
            <a:avLst/>
            <a:gdLst/>
            <a:ahLst/>
            <a:cxnLst/>
            <a:rect l="l" t="t" r="r" b="b"/>
            <a:pathLst>
              <a:path w="256278" h="248822">
                <a:moveTo>
                  <a:pt x="0" y="0"/>
                </a:moveTo>
                <a:lnTo>
                  <a:pt x="256278" y="0"/>
                </a:lnTo>
                <a:lnTo>
                  <a:pt x="256278" y="248822"/>
                </a:lnTo>
                <a:lnTo>
                  <a:pt x="0" y="248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2" name="Freeform 42">
            <a:extLst>
              <a:ext uri="{FF2B5EF4-FFF2-40B4-BE49-F238E27FC236}">
                <a16:creationId xmlns:a16="http://schemas.microsoft.com/office/drawing/2014/main" id="{06FAE856-ECAF-EE7F-5624-096C554DFE56}"/>
              </a:ext>
            </a:extLst>
          </p:cNvPr>
          <p:cNvSpPr/>
          <p:nvPr/>
        </p:nvSpPr>
        <p:spPr>
          <a:xfrm>
            <a:off x="4892274" y="1621904"/>
            <a:ext cx="1657956" cy="1206448"/>
          </a:xfrm>
          <a:custGeom>
            <a:avLst/>
            <a:gdLst/>
            <a:ahLst/>
            <a:cxnLst/>
            <a:rect l="l" t="t" r="r" b="b"/>
            <a:pathLst>
              <a:path w="2486934" h="1809672">
                <a:moveTo>
                  <a:pt x="0" y="0"/>
                </a:moveTo>
                <a:lnTo>
                  <a:pt x="2486933" y="0"/>
                </a:lnTo>
                <a:lnTo>
                  <a:pt x="2486933" y="1809672"/>
                </a:lnTo>
                <a:lnTo>
                  <a:pt x="0" y="1809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1415" r="-89795" b="-10429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AutoShape 43">
            <a:extLst>
              <a:ext uri="{FF2B5EF4-FFF2-40B4-BE49-F238E27FC236}">
                <a16:creationId xmlns:a16="http://schemas.microsoft.com/office/drawing/2014/main" id="{2AE065C8-CBE5-B0F3-E7EE-94FD87F07BC1}"/>
              </a:ext>
            </a:extLst>
          </p:cNvPr>
          <p:cNvSpPr/>
          <p:nvPr/>
        </p:nvSpPr>
        <p:spPr>
          <a:xfrm flipV="1">
            <a:off x="5909400" y="1560687"/>
            <a:ext cx="288946" cy="1561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AutoShape 44">
            <a:extLst>
              <a:ext uri="{FF2B5EF4-FFF2-40B4-BE49-F238E27FC236}">
                <a16:creationId xmlns:a16="http://schemas.microsoft.com/office/drawing/2014/main" id="{543ED0E6-C7DA-3822-0AC0-60662687CA7E}"/>
              </a:ext>
            </a:extLst>
          </p:cNvPr>
          <p:cNvSpPr/>
          <p:nvPr/>
        </p:nvSpPr>
        <p:spPr>
          <a:xfrm flipV="1">
            <a:off x="6111592" y="1562214"/>
            <a:ext cx="618951" cy="5969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Freeform 45">
            <a:extLst>
              <a:ext uri="{FF2B5EF4-FFF2-40B4-BE49-F238E27FC236}">
                <a16:creationId xmlns:a16="http://schemas.microsoft.com/office/drawing/2014/main" id="{F806A881-1E60-DBA8-CAB2-F0B091D07019}"/>
              </a:ext>
            </a:extLst>
          </p:cNvPr>
          <p:cNvSpPr/>
          <p:nvPr/>
        </p:nvSpPr>
        <p:spPr>
          <a:xfrm>
            <a:off x="7668327" y="1254239"/>
            <a:ext cx="1447121" cy="1515465"/>
          </a:xfrm>
          <a:custGeom>
            <a:avLst/>
            <a:gdLst/>
            <a:ahLst/>
            <a:cxnLst/>
            <a:rect l="l" t="t" r="r" b="b"/>
            <a:pathLst>
              <a:path w="2170681" h="2468617">
                <a:moveTo>
                  <a:pt x="0" y="0"/>
                </a:moveTo>
                <a:lnTo>
                  <a:pt x="2170681" y="0"/>
                </a:lnTo>
                <a:lnTo>
                  <a:pt x="2170681" y="2468617"/>
                </a:lnTo>
                <a:lnTo>
                  <a:pt x="0" y="2468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6" name="TextBox 53">
            <a:extLst>
              <a:ext uri="{FF2B5EF4-FFF2-40B4-BE49-F238E27FC236}">
                <a16:creationId xmlns:a16="http://schemas.microsoft.com/office/drawing/2014/main" id="{BA1B1CE9-32E7-ED13-69D3-EB67FF58887D}"/>
              </a:ext>
            </a:extLst>
          </p:cNvPr>
          <p:cNvSpPr txBox="1"/>
          <p:nvPr/>
        </p:nvSpPr>
        <p:spPr>
          <a:xfrm>
            <a:off x="2779848" y="1441171"/>
            <a:ext cx="1656576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1200">
                <a:solidFill>
                  <a:srgbClr val="BB3333"/>
                </a:solidFill>
                <a:latin typeface="Calibri"/>
                <a:ea typeface="Calibri"/>
                <a:cs typeface="Calibri"/>
                <a:sym typeface="Canva Sans"/>
              </a:rPr>
              <a:t>RECAP CASSE MENSUELLE</a:t>
            </a:r>
          </a:p>
        </p:txBody>
      </p:sp>
      <p:sp>
        <p:nvSpPr>
          <p:cNvPr id="17" name="TextBox 54">
            <a:extLst>
              <a:ext uri="{FF2B5EF4-FFF2-40B4-BE49-F238E27FC236}">
                <a16:creationId xmlns:a16="http://schemas.microsoft.com/office/drawing/2014/main" id="{AA220544-C83E-750E-17E6-16836CE7B643}"/>
              </a:ext>
            </a:extLst>
          </p:cNvPr>
          <p:cNvSpPr txBox="1"/>
          <p:nvPr/>
        </p:nvSpPr>
        <p:spPr>
          <a:xfrm>
            <a:off x="2746121" y="2009770"/>
            <a:ext cx="1656576" cy="143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1000">
                <a:solidFill>
                  <a:srgbClr val="BB3333"/>
                </a:solidFill>
                <a:latin typeface="Calibri"/>
                <a:ea typeface="Calibri"/>
                <a:cs typeface="Calibri"/>
                <a:sym typeface="Canva Sans"/>
              </a:rPr>
              <a:t>High Volume Waste</a:t>
            </a:r>
          </a:p>
        </p:txBody>
      </p:sp>
      <p:sp>
        <p:nvSpPr>
          <p:cNvPr id="18" name="TextBox 55">
            <a:extLst>
              <a:ext uri="{FF2B5EF4-FFF2-40B4-BE49-F238E27FC236}">
                <a16:creationId xmlns:a16="http://schemas.microsoft.com/office/drawing/2014/main" id="{B5C13D75-AC1F-C8F1-EB97-6930698DD58C}"/>
              </a:ext>
            </a:extLst>
          </p:cNvPr>
          <p:cNvSpPr txBox="1"/>
          <p:nvPr/>
        </p:nvSpPr>
        <p:spPr>
          <a:xfrm>
            <a:off x="6249048" y="1598494"/>
            <a:ext cx="1656576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1000">
                <a:solidFill>
                  <a:srgbClr val="BB3333"/>
                </a:solidFill>
                <a:latin typeface="Calibri"/>
                <a:ea typeface="Calibri"/>
                <a:cs typeface="Calibri"/>
                <a:sym typeface="Canva Sans"/>
              </a:rPr>
              <a:t>Lag Time : 3 Weeks</a:t>
            </a:r>
          </a:p>
        </p:txBody>
      </p:sp>
      <p:sp>
        <p:nvSpPr>
          <p:cNvPr id="19" name="TextBox 56">
            <a:extLst>
              <a:ext uri="{FF2B5EF4-FFF2-40B4-BE49-F238E27FC236}">
                <a16:creationId xmlns:a16="http://schemas.microsoft.com/office/drawing/2014/main" id="{92CCBE9E-DE76-80F2-7050-E617A7A9F0D3}"/>
              </a:ext>
            </a:extLst>
          </p:cNvPr>
          <p:cNvSpPr txBox="1"/>
          <p:nvPr/>
        </p:nvSpPr>
        <p:spPr>
          <a:xfrm rot="19913032">
            <a:off x="5374296" y="2113348"/>
            <a:ext cx="1656576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1000">
                <a:solidFill>
                  <a:srgbClr val="BB3333"/>
                </a:solidFill>
                <a:latin typeface="Calibri"/>
                <a:ea typeface="Calibri"/>
                <a:cs typeface="Calibri"/>
                <a:sym typeface="Canva Sans"/>
              </a:rPr>
              <a:t>Actual Demand</a:t>
            </a:r>
          </a:p>
        </p:txBody>
      </p:sp>
      <p:sp>
        <p:nvSpPr>
          <p:cNvPr id="20" name="TextBox 57">
            <a:extLst>
              <a:ext uri="{FF2B5EF4-FFF2-40B4-BE49-F238E27FC236}">
                <a16:creationId xmlns:a16="http://schemas.microsoft.com/office/drawing/2014/main" id="{31EB79EF-631A-3C07-9A26-40128D4312DB}"/>
              </a:ext>
            </a:extLst>
          </p:cNvPr>
          <p:cNvSpPr txBox="1"/>
          <p:nvPr/>
        </p:nvSpPr>
        <p:spPr>
          <a:xfrm rot="19913032">
            <a:off x="4685752" y="1916367"/>
            <a:ext cx="1656576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1000">
                <a:solidFill>
                  <a:srgbClr val="BB3333"/>
                </a:solidFill>
                <a:latin typeface="Calibri"/>
                <a:ea typeface="Calibri"/>
                <a:cs typeface="Calibri"/>
                <a:sym typeface="Canva Sans"/>
              </a:rPr>
              <a:t>Rolling Avg</a:t>
            </a:r>
          </a:p>
        </p:txBody>
      </p:sp>
      <p:grpSp>
        <p:nvGrpSpPr>
          <p:cNvPr id="21" name="Group 58">
            <a:extLst>
              <a:ext uri="{FF2B5EF4-FFF2-40B4-BE49-F238E27FC236}">
                <a16:creationId xmlns:a16="http://schemas.microsoft.com/office/drawing/2014/main" id="{151E35EA-FA0B-ACC3-B0D5-9B942FD53167}"/>
              </a:ext>
            </a:extLst>
          </p:cNvPr>
          <p:cNvGrpSpPr/>
          <p:nvPr/>
        </p:nvGrpSpPr>
        <p:grpSpPr>
          <a:xfrm rot="5400000">
            <a:off x="8320524" y="1477015"/>
            <a:ext cx="142728" cy="1637343"/>
            <a:chOff x="0" y="-19050"/>
            <a:chExt cx="56386" cy="646852"/>
          </a:xfrm>
        </p:grpSpPr>
        <p:sp>
          <p:nvSpPr>
            <p:cNvPr id="22" name="Freeform 59">
              <a:extLst>
                <a:ext uri="{FF2B5EF4-FFF2-40B4-BE49-F238E27FC236}">
                  <a16:creationId xmlns:a16="http://schemas.microsoft.com/office/drawing/2014/main" id="{1BE07AF8-332F-AF84-E16A-903FD0A8E715}"/>
                </a:ext>
              </a:extLst>
            </p:cNvPr>
            <p:cNvSpPr/>
            <p:nvPr/>
          </p:nvSpPr>
          <p:spPr>
            <a:xfrm>
              <a:off x="0" y="0"/>
              <a:ext cx="56386" cy="627802"/>
            </a:xfrm>
            <a:custGeom>
              <a:avLst/>
              <a:gdLst/>
              <a:ahLst/>
              <a:cxnLst/>
              <a:rect l="l" t="t" r="r" b="b"/>
              <a:pathLst>
                <a:path w="56386" h="627802">
                  <a:moveTo>
                    <a:pt x="28193" y="0"/>
                  </a:moveTo>
                  <a:lnTo>
                    <a:pt x="28193" y="0"/>
                  </a:lnTo>
                  <a:cubicBezTo>
                    <a:pt x="35670" y="0"/>
                    <a:pt x="42842" y="2970"/>
                    <a:pt x="48129" y="8258"/>
                  </a:cubicBezTo>
                  <a:cubicBezTo>
                    <a:pt x="53416" y="13545"/>
                    <a:pt x="56386" y="20716"/>
                    <a:pt x="56386" y="28193"/>
                  </a:cubicBezTo>
                  <a:lnTo>
                    <a:pt x="56386" y="599609"/>
                  </a:lnTo>
                  <a:cubicBezTo>
                    <a:pt x="56386" y="607086"/>
                    <a:pt x="53416" y="614257"/>
                    <a:pt x="48129" y="619544"/>
                  </a:cubicBezTo>
                  <a:cubicBezTo>
                    <a:pt x="42842" y="624831"/>
                    <a:pt x="35670" y="627802"/>
                    <a:pt x="28193" y="627802"/>
                  </a:cubicBezTo>
                  <a:lnTo>
                    <a:pt x="28193" y="627802"/>
                  </a:lnTo>
                  <a:cubicBezTo>
                    <a:pt x="20716" y="627802"/>
                    <a:pt x="13545" y="624831"/>
                    <a:pt x="8258" y="619544"/>
                  </a:cubicBezTo>
                  <a:cubicBezTo>
                    <a:pt x="2970" y="614257"/>
                    <a:pt x="0" y="607086"/>
                    <a:pt x="0" y="599609"/>
                  </a:cubicBezTo>
                  <a:lnTo>
                    <a:pt x="0" y="28193"/>
                  </a:lnTo>
                  <a:cubicBezTo>
                    <a:pt x="0" y="20716"/>
                    <a:pt x="2970" y="13545"/>
                    <a:pt x="8258" y="8258"/>
                  </a:cubicBezTo>
                  <a:cubicBezTo>
                    <a:pt x="13545" y="2970"/>
                    <a:pt x="20716" y="0"/>
                    <a:pt x="28193" y="0"/>
                  </a:cubicBezTo>
                  <a:close/>
                </a:path>
              </a:pathLst>
            </a:custGeom>
            <a:solidFill>
              <a:srgbClr val="BB3333"/>
            </a:solidFill>
            <a:ln w="19050" cap="rnd">
              <a:solidFill>
                <a:srgbClr val="BB3333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" name="TextBox 60">
              <a:extLst>
                <a:ext uri="{FF2B5EF4-FFF2-40B4-BE49-F238E27FC236}">
                  <a16:creationId xmlns:a16="http://schemas.microsoft.com/office/drawing/2014/main" id="{E41E977C-7839-EBFA-8626-06451A808388}"/>
                </a:ext>
              </a:extLst>
            </p:cNvPr>
            <p:cNvSpPr txBox="1"/>
            <p:nvPr/>
          </p:nvSpPr>
          <p:spPr>
            <a:xfrm>
              <a:off x="0" y="-19050"/>
              <a:ext cx="56386" cy="64685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4" name="TextBox 61">
            <a:extLst>
              <a:ext uri="{FF2B5EF4-FFF2-40B4-BE49-F238E27FC236}">
                <a16:creationId xmlns:a16="http://schemas.microsoft.com/office/drawing/2014/main" id="{3421A8C6-396F-EAE6-EACD-23391681988D}"/>
              </a:ext>
            </a:extLst>
          </p:cNvPr>
          <p:cNvSpPr txBox="1"/>
          <p:nvPr/>
        </p:nvSpPr>
        <p:spPr>
          <a:xfrm>
            <a:off x="7597326" y="2187513"/>
            <a:ext cx="1656576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nva Sans"/>
              </a:rPr>
              <a:t>High Admin Load</a:t>
            </a:r>
          </a:p>
        </p:txBody>
      </p:sp>
      <p:sp>
        <p:nvSpPr>
          <p:cNvPr id="25" name="TextBox 62">
            <a:extLst>
              <a:ext uri="{FF2B5EF4-FFF2-40B4-BE49-F238E27FC236}">
                <a16:creationId xmlns:a16="http://schemas.microsoft.com/office/drawing/2014/main" id="{EA6030AB-A335-FAA9-2972-794807045004}"/>
              </a:ext>
            </a:extLst>
          </p:cNvPr>
          <p:cNvSpPr txBox="1"/>
          <p:nvPr/>
        </p:nvSpPr>
        <p:spPr>
          <a:xfrm>
            <a:off x="7642927" y="1273289"/>
            <a:ext cx="1656576" cy="12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BB33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DESCRIPTION</a:t>
            </a:r>
          </a:p>
        </p:txBody>
      </p:sp>
      <p:sp>
        <p:nvSpPr>
          <p:cNvPr id="66" name="TextBox 4">
            <a:extLst>
              <a:ext uri="{FF2B5EF4-FFF2-40B4-BE49-F238E27FC236}">
                <a16:creationId xmlns:a16="http://schemas.microsoft.com/office/drawing/2014/main" id="{579F1BCB-0384-B550-9EAF-833384FD9059}"/>
              </a:ext>
            </a:extLst>
          </p:cNvPr>
          <p:cNvSpPr txBox="1"/>
          <p:nvPr/>
        </p:nvSpPr>
        <p:spPr>
          <a:xfrm>
            <a:off x="609361" y="2939965"/>
            <a:ext cx="1928831" cy="3249459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grpSp>
        <p:nvGrpSpPr>
          <p:cNvPr id="69" name="Group 19">
            <a:extLst>
              <a:ext uri="{FF2B5EF4-FFF2-40B4-BE49-F238E27FC236}">
                <a16:creationId xmlns:a16="http://schemas.microsoft.com/office/drawing/2014/main" id="{30D1F29F-EB30-391F-CF0D-B2845F8D7C42}"/>
              </a:ext>
            </a:extLst>
          </p:cNvPr>
          <p:cNvGrpSpPr/>
          <p:nvPr/>
        </p:nvGrpSpPr>
        <p:grpSpPr>
          <a:xfrm>
            <a:off x="522514" y="5638691"/>
            <a:ext cx="11016343" cy="507855"/>
            <a:chOff x="0" y="-38100"/>
            <a:chExt cx="4080417" cy="200635"/>
          </a:xfrm>
        </p:grpSpPr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06505BB5-D183-3E44-70CD-5831BED21355}"/>
                </a:ext>
              </a:extLst>
            </p:cNvPr>
            <p:cNvSpPr/>
            <p:nvPr/>
          </p:nvSpPr>
          <p:spPr>
            <a:xfrm>
              <a:off x="0" y="0"/>
              <a:ext cx="4038333" cy="162535"/>
            </a:xfrm>
            <a:custGeom>
              <a:avLst/>
              <a:gdLst/>
              <a:ahLst/>
              <a:cxnLst/>
              <a:rect l="l" t="t" r="r" b="b"/>
              <a:pathLst>
                <a:path w="4080417" h="162535">
                  <a:moveTo>
                    <a:pt x="14991" y="0"/>
                  </a:moveTo>
                  <a:lnTo>
                    <a:pt x="4065425" y="0"/>
                  </a:lnTo>
                  <a:cubicBezTo>
                    <a:pt x="4073705" y="0"/>
                    <a:pt x="4080417" y="6712"/>
                    <a:pt x="4080417" y="14991"/>
                  </a:cubicBezTo>
                  <a:lnTo>
                    <a:pt x="4080417" y="147543"/>
                  </a:lnTo>
                  <a:cubicBezTo>
                    <a:pt x="4080417" y="155823"/>
                    <a:pt x="4073705" y="162535"/>
                    <a:pt x="4065425" y="162535"/>
                  </a:cubicBezTo>
                  <a:lnTo>
                    <a:pt x="14991" y="162535"/>
                  </a:lnTo>
                  <a:cubicBezTo>
                    <a:pt x="6712" y="162535"/>
                    <a:pt x="0" y="155823"/>
                    <a:pt x="0" y="147543"/>
                  </a:cubicBezTo>
                  <a:lnTo>
                    <a:pt x="0" y="14991"/>
                  </a:lnTo>
                  <a:cubicBezTo>
                    <a:pt x="0" y="6712"/>
                    <a:pt x="6712" y="0"/>
                    <a:pt x="14991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noFill/>
              <a:prstDash val="solid"/>
              <a:round/>
            </a:ln>
          </p:spPr>
          <p:txBody>
            <a:bodyPr anchor="ctr"/>
            <a:lstStyle/>
            <a:p>
              <a:pPr algn="ctr"/>
              <a:r>
                <a:rPr lang="en-US" b="1" spc="-108">
                  <a:solidFill>
                    <a:srgbClr val="FFFFFF"/>
                  </a:solidFill>
                  <a:ea typeface="Telegraf"/>
                  <a:cs typeface="Telegraf"/>
                  <a:sym typeface="Telegraf"/>
                </a:rPr>
                <a:t>Tech Stack  :     Gen AI (LLMs)    |    Time-Series Forecasting (TFT)    |    Computer Vision (YOLOv8)</a:t>
              </a:r>
              <a:endParaRPr lang="en-US" b="1" spc="-108">
                <a:solidFill>
                  <a:srgbClr val="FFFFFF"/>
                </a:solidFill>
                <a:ea typeface="Telegraf"/>
                <a:cs typeface="Telegraf"/>
              </a:endParaRPr>
            </a:p>
          </p:txBody>
        </p:sp>
        <p:sp>
          <p:nvSpPr>
            <p:cNvPr id="71" name="TextBox 21">
              <a:extLst>
                <a:ext uri="{FF2B5EF4-FFF2-40B4-BE49-F238E27FC236}">
                  <a16:creationId xmlns:a16="http://schemas.microsoft.com/office/drawing/2014/main" id="{349EF90C-6F2E-41E6-AFFE-F050C8EEB32A}"/>
                </a:ext>
              </a:extLst>
            </p:cNvPr>
            <p:cNvSpPr txBox="1"/>
            <p:nvPr/>
          </p:nvSpPr>
          <p:spPr>
            <a:xfrm>
              <a:off x="0" y="-38100"/>
              <a:ext cx="4080417" cy="2006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73" name="Freeform 18">
            <a:extLst>
              <a:ext uri="{FF2B5EF4-FFF2-40B4-BE49-F238E27FC236}">
                <a16:creationId xmlns:a16="http://schemas.microsoft.com/office/drawing/2014/main" id="{95F1911A-6FA4-9297-BFF8-51FE30F27017}"/>
              </a:ext>
            </a:extLst>
          </p:cNvPr>
          <p:cNvSpPr/>
          <p:nvPr/>
        </p:nvSpPr>
        <p:spPr>
          <a:xfrm>
            <a:off x="798287" y="3149104"/>
            <a:ext cx="901510" cy="871353"/>
          </a:xfrm>
          <a:custGeom>
            <a:avLst/>
            <a:gdLst/>
            <a:ahLst/>
            <a:cxnLst/>
            <a:rect l="l" t="t" r="r" b="b"/>
            <a:pathLst>
              <a:path w="1683079" h="1783610">
                <a:moveTo>
                  <a:pt x="0" y="0"/>
                </a:moveTo>
                <a:lnTo>
                  <a:pt x="1683079" y="0"/>
                </a:lnTo>
                <a:lnTo>
                  <a:pt x="1683079" y="1783610"/>
                </a:lnTo>
                <a:lnTo>
                  <a:pt x="0" y="1783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72" name="Freeform 17">
            <a:extLst>
              <a:ext uri="{FF2B5EF4-FFF2-40B4-BE49-F238E27FC236}">
                <a16:creationId xmlns:a16="http://schemas.microsoft.com/office/drawing/2014/main" id="{B87F43E7-A94A-FA4D-A67C-C0D65BE22327}"/>
              </a:ext>
            </a:extLst>
          </p:cNvPr>
          <p:cNvSpPr/>
          <p:nvPr/>
        </p:nvSpPr>
        <p:spPr>
          <a:xfrm>
            <a:off x="1335780" y="3583984"/>
            <a:ext cx="726935" cy="774454"/>
          </a:xfrm>
          <a:custGeom>
            <a:avLst/>
            <a:gdLst/>
            <a:ahLst/>
            <a:cxnLst/>
            <a:rect l="l" t="t" r="r" b="b"/>
            <a:pathLst>
              <a:path w="1090403" h="1161681">
                <a:moveTo>
                  <a:pt x="0" y="0"/>
                </a:moveTo>
                <a:lnTo>
                  <a:pt x="1090403" y="0"/>
                </a:lnTo>
                <a:lnTo>
                  <a:pt x="1090403" y="1161681"/>
                </a:lnTo>
                <a:lnTo>
                  <a:pt x="0" y="1161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9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519CDCD-3D65-EC9E-D0F4-8B8574E4FEE8}"/>
              </a:ext>
            </a:extLst>
          </p:cNvPr>
          <p:cNvGrpSpPr/>
          <p:nvPr/>
        </p:nvGrpSpPr>
        <p:grpSpPr>
          <a:xfrm>
            <a:off x="2621843" y="3043663"/>
            <a:ext cx="1928831" cy="2551594"/>
            <a:chOff x="524532" y="3036406"/>
            <a:chExt cx="1928831" cy="2551594"/>
          </a:xfrm>
        </p:grpSpPr>
        <p:sp>
          <p:nvSpPr>
            <p:cNvPr id="77" name="Freeform 3">
              <a:extLst>
                <a:ext uri="{FF2B5EF4-FFF2-40B4-BE49-F238E27FC236}">
                  <a16:creationId xmlns:a16="http://schemas.microsoft.com/office/drawing/2014/main" id="{623985CA-D1CD-2543-5221-1B6BBAF3316A}"/>
                </a:ext>
              </a:extLst>
            </p:cNvPr>
            <p:cNvSpPr/>
            <p:nvPr/>
          </p:nvSpPr>
          <p:spPr>
            <a:xfrm>
              <a:off x="524532" y="3036406"/>
              <a:ext cx="1928831" cy="2551594"/>
            </a:xfrm>
            <a:custGeom>
              <a:avLst/>
              <a:gdLst/>
              <a:ahLst/>
              <a:cxnLst/>
              <a:rect l="l" t="t" r="r" b="b"/>
              <a:pathLst>
                <a:path w="762007" h="1245637">
                  <a:moveTo>
                    <a:pt x="80276" y="0"/>
                  </a:moveTo>
                  <a:lnTo>
                    <a:pt x="681732" y="0"/>
                  </a:lnTo>
                  <a:cubicBezTo>
                    <a:pt x="703022" y="0"/>
                    <a:pt x="723440" y="8458"/>
                    <a:pt x="738495" y="23512"/>
                  </a:cubicBezTo>
                  <a:cubicBezTo>
                    <a:pt x="753550" y="38567"/>
                    <a:pt x="762007" y="58985"/>
                    <a:pt x="762007" y="80276"/>
                  </a:cubicBezTo>
                  <a:lnTo>
                    <a:pt x="762007" y="1165361"/>
                  </a:lnTo>
                  <a:cubicBezTo>
                    <a:pt x="762007" y="1209696"/>
                    <a:pt x="726067" y="1245637"/>
                    <a:pt x="681732" y="1245637"/>
                  </a:cubicBezTo>
                  <a:lnTo>
                    <a:pt x="80276" y="1245637"/>
                  </a:lnTo>
                  <a:cubicBezTo>
                    <a:pt x="58985" y="1245637"/>
                    <a:pt x="38567" y="1237179"/>
                    <a:pt x="23512" y="1222125"/>
                  </a:cubicBezTo>
                  <a:cubicBezTo>
                    <a:pt x="8458" y="1207070"/>
                    <a:pt x="0" y="1186651"/>
                    <a:pt x="0" y="1165361"/>
                  </a:cubicBezTo>
                  <a:lnTo>
                    <a:pt x="0" y="80276"/>
                  </a:lnTo>
                  <a:cubicBezTo>
                    <a:pt x="0" y="35941"/>
                    <a:pt x="35941" y="0"/>
                    <a:pt x="8027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8" name="TextBox 47">
              <a:extLst>
                <a:ext uri="{FF2B5EF4-FFF2-40B4-BE49-F238E27FC236}">
                  <a16:creationId xmlns:a16="http://schemas.microsoft.com/office/drawing/2014/main" id="{1B556504-5D6A-EBF9-33D1-20BD855ECA4A}"/>
                </a:ext>
              </a:extLst>
            </p:cNvPr>
            <p:cNvSpPr txBox="1"/>
            <p:nvPr/>
          </p:nvSpPr>
          <p:spPr>
            <a:xfrm>
              <a:off x="567300" y="4693246"/>
              <a:ext cx="1843295" cy="8697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</a:pPr>
              <a:r>
                <a:rPr lang="en-US" sz="1650" b="1" spc="-108">
                  <a:solidFill>
                    <a:srgbClr val="1B1B1B"/>
                  </a:solidFill>
                  <a:ea typeface="Telegraf Bold"/>
                  <a:cs typeface="Telegraf Bold"/>
                  <a:sym typeface="Telegraf Bold"/>
                </a:rPr>
                <a:t>Market Pulse</a:t>
              </a:r>
              <a:endParaRPr lang="en-US" sz="1650" b="1" spc="-108">
                <a:solidFill>
                  <a:srgbClr val="1B1B1B"/>
                </a:solidFill>
                <a:ea typeface="Telegraf Bold"/>
                <a:cs typeface="Telegraf Bold"/>
              </a:endParaRPr>
            </a:p>
            <a:p>
              <a:pPr algn="ctr">
                <a:lnSpc>
                  <a:spcPts val="2333"/>
                </a:lnSpc>
                <a:spcBef>
                  <a:spcPct val="0"/>
                </a:spcBef>
              </a:pPr>
              <a:r>
                <a:rPr lang="en-US" sz="1650" spc="-108">
                  <a:solidFill>
                    <a:srgbClr val="1B1B1B"/>
                  </a:solidFill>
                  <a:ea typeface="Telegraf"/>
                  <a:cs typeface="Telegraf"/>
                  <a:sym typeface="Telegraf"/>
                </a:rPr>
                <a:t>Dynamic Pricing &amp; Demand</a:t>
              </a:r>
              <a:endParaRPr lang="en-US" sz="1650" spc="-108">
                <a:solidFill>
                  <a:srgbClr val="1B1B1B"/>
                </a:solidFill>
                <a:ea typeface="Telegraf"/>
                <a:cs typeface="Telegraf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0CD9A09-CD69-3CCC-B3F7-63B86E50AB66}"/>
              </a:ext>
            </a:extLst>
          </p:cNvPr>
          <p:cNvGrpSpPr/>
          <p:nvPr/>
        </p:nvGrpSpPr>
        <p:grpSpPr>
          <a:xfrm>
            <a:off x="4806243" y="3036406"/>
            <a:ext cx="1928831" cy="2551594"/>
            <a:chOff x="524532" y="3036406"/>
            <a:chExt cx="1928831" cy="2551594"/>
          </a:xfrm>
        </p:grpSpPr>
        <p:sp>
          <p:nvSpPr>
            <p:cNvPr id="80" name="Freeform 3">
              <a:extLst>
                <a:ext uri="{FF2B5EF4-FFF2-40B4-BE49-F238E27FC236}">
                  <a16:creationId xmlns:a16="http://schemas.microsoft.com/office/drawing/2014/main" id="{36CCAA26-B55D-0963-E3FB-EDFF1701E677}"/>
                </a:ext>
              </a:extLst>
            </p:cNvPr>
            <p:cNvSpPr/>
            <p:nvPr/>
          </p:nvSpPr>
          <p:spPr>
            <a:xfrm>
              <a:off x="524532" y="3036406"/>
              <a:ext cx="1928831" cy="2551594"/>
            </a:xfrm>
            <a:custGeom>
              <a:avLst/>
              <a:gdLst/>
              <a:ahLst/>
              <a:cxnLst/>
              <a:rect l="l" t="t" r="r" b="b"/>
              <a:pathLst>
                <a:path w="762007" h="1245637">
                  <a:moveTo>
                    <a:pt x="80276" y="0"/>
                  </a:moveTo>
                  <a:lnTo>
                    <a:pt x="681732" y="0"/>
                  </a:lnTo>
                  <a:cubicBezTo>
                    <a:pt x="703022" y="0"/>
                    <a:pt x="723440" y="8458"/>
                    <a:pt x="738495" y="23512"/>
                  </a:cubicBezTo>
                  <a:cubicBezTo>
                    <a:pt x="753550" y="38567"/>
                    <a:pt x="762007" y="58985"/>
                    <a:pt x="762007" y="80276"/>
                  </a:cubicBezTo>
                  <a:lnTo>
                    <a:pt x="762007" y="1165361"/>
                  </a:lnTo>
                  <a:cubicBezTo>
                    <a:pt x="762007" y="1209696"/>
                    <a:pt x="726067" y="1245637"/>
                    <a:pt x="681732" y="1245637"/>
                  </a:cubicBezTo>
                  <a:lnTo>
                    <a:pt x="80276" y="1245637"/>
                  </a:lnTo>
                  <a:cubicBezTo>
                    <a:pt x="58985" y="1245637"/>
                    <a:pt x="38567" y="1237179"/>
                    <a:pt x="23512" y="1222125"/>
                  </a:cubicBezTo>
                  <a:cubicBezTo>
                    <a:pt x="8458" y="1207070"/>
                    <a:pt x="0" y="1186651"/>
                    <a:pt x="0" y="1165361"/>
                  </a:cubicBezTo>
                  <a:lnTo>
                    <a:pt x="0" y="80276"/>
                  </a:lnTo>
                  <a:cubicBezTo>
                    <a:pt x="0" y="35941"/>
                    <a:pt x="35941" y="0"/>
                    <a:pt x="8027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1" name="TextBox 47">
              <a:extLst>
                <a:ext uri="{FF2B5EF4-FFF2-40B4-BE49-F238E27FC236}">
                  <a16:creationId xmlns:a16="http://schemas.microsoft.com/office/drawing/2014/main" id="{29A8ECFE-5DA2-B380-969B-1D9FC33F1DE7}"/>
                </a:ext>
              </a:extLst>
            </p:cNvPr>
            <p:cNvSpPr txBox="1"/>
            <p:nvPr/>
          </p:nvSpPr>
          <p:spPr>
            <a:xfrm>
              <a:off x="567300" y="4693246"/>
              <a:ext cx="1843295" cy="8697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</a:pPr>
              <a:r>
                <a:rPr lang="en-US" sz="1650" b="1" spc="-108">
                  <a:solidFill>
                    <a:srgbClr val="1B1B1B"/>
                  </a:solidFill>
                  <a:ea typeface="Telegraf Bold"/>
                  <a:cs typeface="Telegraf Bold"/>
                  <a:sym typeface="Telegraf Bold"/>
                </a:rPr>
                <a:t>Precision Order</a:t>
              </a:r>
              <a:endParaRPr lang="en-US" sz="1650" b="1" spc="-108">
                <a:solidFill>
                  <a:srgbClr val="1B1B1B"/>
                </a:solidFill>
                <a:ea typeface="Telegraf Bold"/>
                <a:cs typeface="Telegraf Bold"/>
              </a:endParaRPr>
            </a:p>
            <a:p>
              <a:pPr algn="ctr">
                <a:lnSpc>
                  <a:spcPts val="2333"/>
                </a:lnSpc>
                <a:spcBef>
                  <a:spcPct val="0"/>
                </a:spcBef>
              </a:pPr>
              <a:r>
                <a:rPr lang="en-US" sz="1650" spc="-108">
                  <a:solidFill>
                    <a:srgbClr val="1B1B1B"/>
                  </a:solidFill>
                  <a:ea typeface="Telegraf"/>
                  <a:cs typeface="Telegraf"/>
                  <a:sym typeface="Telegraf"/>
                </a:rPr>
                <a:t>Advanced Procurement </a:t>
              </a:r>
              <a:endParaRPr lang="en-US" sz="1650" spc="-108">
                <a:solidFill>
                  <a:srgbClr val="1B1B1B"/>
                </a:solidFill>
                <a:ea typeface="Telegraf"/>
                <a:cs typeface="Telegraf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2542ECF-BF7E-87AD-F520-8869CDE63A5A}"/>
              </a:ext>
            </a:extLst>
          </p:cNvPr>
          <p:cNvGrpSpPr/>
          <p:nvPr/>
        </p:nvGrpSpPr>
        <p:grpSpPr>
          <a:xfrm>
            <a:off x="7048701" y="3014635"/>
            <a:ext cx="1928831" cy="2551594"/>
            <a:chOff x="524532" y="3036406"/>
            <a:chExt cx="1928831" cy="2551594"/>
          </a:xfrm>
        </p:grpSpPr>
        <p:sp>
          <p:nvSpPr>
            <p:cNvPr id="83" name="Freeform 3">
              <a:extLst>
                <a:ext uri="{FF2B5EF4-FFF2-40B4-BE49-F238E27FC236}">
                  <a16:creationId xmlns:a16="http://schemas.microsoft.com/office/drawing/2014/main" id="{E74AECE6-70CD-DA2B-DFBA-614B09BE8F91}"/>
                </a:ext>
              </a:extLst>
            </p:cNvPr>
            <p:cNvSpPr/>
            <p:nvPr/>
          </p:nvSpPr>
          <p:spPr>
            <a:xfrm>
              <a:off x="524532" y="3036406"/>
              <a:ext cx="1928831" cy="2551594"/>
            </a:xfrm>
            <a:custGeom>
              <a:avLst/>
              <a:gdLst/>
              <a:ahLst/>
              <a:cxnLst/>
              <a:rect l="l" t="t" r="r" b="b"/>
              <a:pathLst>
                <a:path w="762007" h="1245637">
                  <a:moveTo>
                    <a:pt x="80276" y="0"/>
                  </a:moveTo>
                  <a:lnTo>
                    <a:pt x="681732" y="0"/>
                  </a:lnTo>
                  <a:cubicBezTo>
                    <a:pt x="703022" y="0"/>
                    <a:pt x="723440" y="8458"/>
                    <a:pt x="738495" y="23512"/>
                  </a:cubicBezTo>
                  <a:cubicBezTo>
                    <a:pt x="753550" y="38567"/>
                    <a:pt x="762007" y="58985"/>
                    <a:pt x="762007" y="80276"/>
                  </a:cubicBezTo>
                  <a:lnTo>
                    <a:pt x="762007" y="1165361"/>
                  </a:lnTo>
                  <a:cubicBezTo>
                    <a:pt x="762007" y="1209696"/>
                    <a:pt x="726067" y="1245637"/>
                    <a:pt x="681732" y="1245637"/>
                  </a:cubicBezTo>
                  <a:lnTo>
                    <a:pt x="80276" y="1245637"/>
                  </a:lnTo>
                  <a:cubicBezTo>
                    <a:pt x="58985" y="1245637"/>
                    <a:pt x="38567" y="1237179"/>
                    <a:pt x="23512" y="1222125"/>
                  </a:cubicBezTo>
                  <a:cubicBezTo>
                    <a:pt x="8458" y="1207070"/>
                    <a:pt x="0" y="1186651"/>
                    <a:pt x="0" y="1165361"/>
                  </a:cubicBezTo>
                  <a:lnTo>
                    <a:pt x="0" y="80276"/>
                  </a:lnTo>
                  <a:cubicBezTo>
                    <a:pt x="0" y="35941"/>
                    <a:pt x="35941" y="0"/>
                    <a:pt x="8027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4" name="TextBox 47">
              <a:extLst>
                <a:ext uri="{FF2B5EF4-FFF2-40B4-BE49-F238E27FC236}">
                  <a16:creationId xmlns:a16="http://schemas.microsoft.com/office/drawing/2014/main" id="{2058CE5B-C18E-65A6-54F9-791BA9002831}"/>
                </a:ext>
              </a:extLst>
            </p:cNvPr>
            <p:cNvSpPr txBox="1"/>
            <p:nvPr/>
          </p:nvSpPr>
          <p:spPr>
            <a:xfrm>
              <a:off x="567300" y="4693246"/>
              <a:ext cx="1843295" cy="8697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</a:pPr>
              <a:r>
                <a:rPr lang="en-US" sz="1650" b="1" spc="-108">
                  <a:solidFill>
                    <a:srgbClr val="1B1B1B"/>
                  </a:solidFill>
                  <a:ea typeface="Telegraf Bold"/>
                  <a:cs typeface="Telegraf Bold"/>
                  <a:sym typeface="Telegraf Bold"/>
                </a:rPr>
                <a:t>Trend Scout</a:t>
              </a:r>
              <a:endParaRPr lang="fr-FR" sz="1600"/>
            </a:p>
            <a:p>
              <a:pPr algn="ctr">
                <a:lnSpc>
                  <a:spcPts val="2333"/>
                </a:lnSpc>
                <a:spcBef>
                  <a:spcPct val="0"/>
                </a:spcBef>
              </a:pPr>
              <a:r>
                <a:rPr lang="en-US" sz="1650" spc="-108">
                  <a:solidFill>
                    <a:srgbClr val="1B1B1B"/>
                  </a:solidFill>
                  <a:ea typeface="Telegraf"/>
                  <a:cs typeface="Telegraf"/>
                  <a:sym typeface="Telegraf"/>
                </a:rPr>
                <a:t>Promotional Optimization</a:t>
              </a:r>
              <a:endParaRPr lang="en-US" sz="1650" spc="-108">
                <a:solidFill>
                  <a:srgbClr val="1B1B1B"/>
                </a:solidFill>
                <a:ea typeface="Telegraf"/>
                <a:cs typeface="Telegraf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AEBD677-47C7-BBE6-B26D-89799B3F4FB9}"/>
              </a:ext>
            </a:extLst>
          </p:cNvPr>
          <p:cNvGrpSpPr/>
          <p:nvPr/>
        </p:nvGrpSpPr>
        <p:grpSpPr>
          <a:xfrm>
            <a:off x="9479843" y="3036406"/>
            <a:ext cx="1928831" cy="2551594"/>
            <a:chOff x="524532" y="3036406"/>
            <a:chExt cx="1928831" cy="2551594"/>
          </a:xfrm>
        </p:grpSpPr>
        <p:sp>
          <p:nvSpPr>
            <p:cNvPr id="86" name="Freeform 3">
              <a:extLst>
                <a:ext uri="{FF2B5EF4-FFF2-40B4-BE49-F238E27FC236}">
                  <a16:creationId xmlns:a16="http://schemas.microsoft.com/office/drawing/2014/main" id="{30257CCA-01EA-BB9A-92CD-8B01EBF15322}"/>
                </a:ext>
              </a:extLst>
            </p:cNvPr>
            <p:cNvSpPr/>
            <p:nvPr/>
          </p:nvSpPr>
          <p:spPr>
            <a:xfrm>
              <a:off x="524532" y="3036406"/>
              <a:ext cx="1928831" cy="2551594"/>
            </a:xfrm>
            <a:custGeom>
              <a:avLst/>
              <a:gdLst/>
              <a:ahLst/>
              <a:cxnLst/>
              <a:rect l="l" t="t" r="r" b="b"/>
              <a:pathLst>
                <a:path w="762007" h="1245637">
                  <a:moveTo>
                    <a:pt x="80276" y="0"/>
                  </a:moveTo>
                  <a:lnTo>
                    <a:pt x="681732" y="0"/>
                  </a:lnTo>
                  <a:cubicBezTo>
                    <a:pt x="703022" y="0"/>
                    <a:pt x="723440" y="8458"/>
                    <a:pt x="738495" y="23512"/>
                  </a:cubicBezTo>
                  <a:cubicBezTo>
                    <a:pt x="753550" y="38567"/>
                    <a:pt x="762007" y="58985"/>
                    <a:pt x="762007" y="80276"/>
                  </a:cubicBezTo>
                  <a:lnTo>
                    <a:pt x="762007" y="1165361"/>
                  </a:lnTo>
                  <a:cubicBezTo>
                    <a:pt x="762007" y="1209696"/>
                    <a:pt x="726067" y="1245637"/>
                    <a:pt x="681732" y="1245637"/>
                  </a:cubicBezTo>
                  <a:lnTo>
                    <a:pt x="80276" y="1245637"/>
                  </a:lnTo>
                  <a:cubicBezTo>
                    <a:pt x="58985" y="1245637"/>
                    <a:pt x="38567" y="1237179"/>
                    <a:pt x="23512" y="1222125"/>
                  </a:cubicBezTo>
                  <a:cubicBezTo>
                    <a:pt x="8458" y="1207070"/>
                    <a:pt x="0" y="1186651"/>
                    <a:pt x="0" y="1165361"/>
                  </a:cubicBezTo>
                  <a:lnTo>
                    <a:pt x="0" y="80276"/>
                  </a:lnTo>
                  <a:cubicBezTo>
                    <a:pt x="0" y="35941"/>
                    <a:pt x="35941" y="0"/>
                    <a:pt x="8027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7" name="TextBox 47">
              <a:extLst>
                <a:ext uri="{FF2B5EF4-FFF2-40B4-BE49-F238E27FC236}">
                  <a16:creationId xmlns:a16="http://schemas.microsoft.com/office/drawing/2014/main" id="{F50D1791-D0C3-F3C4-6CF9-595289F3E14B}"/>
                </a:ext>
              </a:extLst>
            </p:cNvPr>
            <p:cNvSpPr txBox="1"/>
            <p:nvPr/>
          </p:nvSpPr>
          <p:spPr>
            <a:xfrm>
              <a:off x="567300" y="4693246"/>
              <a:ext cx="1843295" cy="5747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</a:pPr>
              <a:r>
                <a:rPr lang="en-US" sz="1650" b="1" spc="-108">
                  <a:solidFill>
                    <a:srgbClr val="1B1B1B"/>
                  </a:solidFill>
                  <a:ea typeface="Telegraf Bold"/>
                  <a:cs typeface="Telegraf Bold"/>
                  <a:sym typeface="Telegraf Bold"/>
                </a:rPr>
                <a:t>Workforce Efficiency</a:t>
              </a:r>
              <a:endParaRPr lang="en-US" sz="1650" b="1" spc="-108">
                <a:solidFill>
                  <a:srgbClr val="1B1B1B"/>
                </a:solidFill>
                <a:ea typeface="Telegraf Bold"/>
                <a:cs typeface="Telegraf Bold"/>
              </a:endParaRPr>
            </a:p>
            <a:p>
              <a:pPr algn="ctr">
                <a:lnSpc>
                  <a:spcPts val="2333"/>
                </a:lnSpc>
                <a:spcBef>
                  <a:spcPct val="0"/>
                </a:spcBef>
              </a:pPr>
              <a:r>
                <a:rPr lang="en-US" sz="1650" spc="-108">
                  <a:solidFill>
                    <a:srgbClr val="1B1B1B"/>
                  </a:solidFill>
                  <a:ea typeface="Telegraf"/>
                  <a:cs typeface="Telegraf"/>
                  <a:sym typeface="Telegraf"/>
                </a:rPr>
                <a:t>The Manager’s Copilot</a:t>
              </a:r>
              <a:endParaRPr lang="en-US" sz="1650" spc="-108">
                <a:solidFill>
                  <a:srgbClr val="1B1B1B"/>
                </a:solidFill>
                <a:ea typeface="Telegraf"/>
                <a:cs typeface="Telegraf"/>
              </a:endParaRPr>
            </a:p>
          </p:txBody>
        </p:sp>
      </p:grpSp>
      <p:sp>
        <p:nvSpPr>
          <p:cNvPr id="88" name="Freeform 25">
            <a:extLst>
              <a:ext uri="{FF2B5EF4-FFF2-40B4-BE49-F238E27FC236}">
                <a16:creationId xmlns:a16="http://schemas.microsoft.com/office/drawing/2014/main" id="{985FCEFD-500F-C9BB-BF2F-9444187729FD}"/>
              </a:ext>
            </a:extLst>
          </p:cNvPr>
          <p:cNvSpPr/>
          <p:nvPr/>
        </p:nvSpPr>
        <p:spPr>
          <a:xfrm>
            <a:off x="3193144" y="3555182"/>
            <a:ext cx="739092" cy="697503"/>
          </a:xfrm>
          <a:custGeom>
            <a:avLst/>
            <a:gdLst/>
            <a:ahLst/>
            <a:cxnLst/>
            <a:rect l="l" t="t" r="r" b="b"/>
            <a:pathLst>
              <a:path w="1315916" h="1303953">
                <a:moveTo>
                  <a:pt x="0" y="0"/>
                </a:moveTo>
                <a:lnTo>
                  <a:pt x="1315916" y="0"/>
                </a:lnTo>
                <a:lnTo>
                  <a:pt x="1315916" y="1303953"/>
                </a:lnTo>
                <a:lnTo>
                  <a:pt x="0" y="13039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9" name="Freeform 26">
            <a:extLst>
              <a:ext uri="{FF2B5EF4-FFF2-40B4-BE49-F238E27FC236}">
                <a16:creationId xmlns:a16="http://schemas.microsoft.com/office/drawing/2014/main" id="{2158A680-D311-EBD0-59D9-DEEB676A44D4}"/>
              </a:ext>
            </a:extLst>
          </p:cNvPr>
          <p:cNvSpPr/>
          <p:nvPr/>
        </p:nvSpPr>
        <p:spPr>
          <a:xfrm>
            <a:off x="5305770" y="3429000"/>
            <a:ext cx="935373" cy="844440"/>
          </a:xfrm>
          <a:custGeom>
            <a:avLst/>
            <a:gdLst/>
            <a:ahLst/>
            <a:cxnLst/>
            <a:rect l="l" t="t" r="r" b="b"/>
            <a:pathLst>
              <a:path w="1584353" h="1584353">
                <a:moveTo>
                  <a:pt x="0" y="0"/>
                </a:moveTo>
                <a:lnTo>
                  <a:pt x="1584352" y="0"/>
                </a:lnTo>
                <a:lnTo>
                  <a:pt x="1584352" y="1584353"/>
                </a:lnTo>
                <a:lnTo>
                  <a:pt x="0" y="1584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90" name="Freeform 30">
            <a:extLst>
              <a:ext uri="{FF2B5EF4-FFF2-40B4-BE49-F238E27FC236}">
                <a16:creationId xmlns:a16="http://schemas.microsoft.com/office/drawing/2014/main" id="{C03A56A6-69E3-5ECF-1E22-7F55B8C962F1}"/>
              </a:ext>
            </a:extLst>
          </p:cNvPr>
          <p:cNvSpPr/>
          <p:nvPr/>
        </p:nvSpPr>
        <p:spPr>
          <a:xfrm>
            <a:off x="7594622" y="3429000"/>
            <a:ext cx="780121" cy="794657"/>
          </a:xfrm>
          <a:custGeom>
            <a:avLst/>
            <a:gdLst/>
            <a:ahLst/>
            <a:cxnLst/>
            <a:rect l="l" t="t" r="r" b="b"/>
            <a:pathLst>
              <a:path w="906241" h="912880">
                <a:moveTo>
                  <a:pt x="0" y="0"/>
                </a:moveTo>
                <a:lnTo>
                  <a:pt x="906241" y="0"/>
                </a:lnTo>
                <a:lnTo>
                  <a:pt x="906241" y="912880"/>
                </a:lnTo>
                <a:lnTo>
                  <a:pt x="0" y="912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91" name="Freeform 32">
            <a:extLst>
              <a:ext uri="{FF2B5EF4-FFF2-40B4-BE49-F238E27FC236}">
                <a16:creationId xmlns:a16="http://schemas.microsoft.com/office/drawing/2014/main" id="{A8C09553-1F3F-2568-D0EB-EB8A9945F525}"/>
              </a:ext>
            </a:extLst>
          </p:cNvPr>
          <p:cNvSpPr/>
          <p:nvPr/>
        </p:nvSpPr>
        <p:spPr>
          <a:xfrm>
            <a:off x="10095975" y="3472542"/>
            <a:ext cx="818768" cy="722086"/>
          </a:xfrm>
          <a:custGeom>
            <a:avLst/>
            <a:gdLst/>
            <a:ahLst/>
            <a:cxnLst/>
            <a:rect l="l" t="t" r="r" b="b"/>
            <a:pathLst>
              <a:path w="1492610" h="1356918">
                <a:moveTo>
                  <a:pt x="0" y="0"/>
                </a:moveTo>
                <a:lnTo>
                  <a:pt x="1492610" y="0"/>
                </a:lnTo>
                <a:lnTo>
                  <a:pt x="1492610" y="1356918"/>
                </a:lnTo>
                <a:lnTo>
                  <a:pt x="0" y="13569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08246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8C98-EEB7-D9F2-11D0-A6282DD9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AutoShape 14">
            <a:extLst>
              <a:ext uri="{FF2B5EF4-FFF2-40B4-BE49-F238E27FC236}">
                <a16:creationId xmlns:a16="http://schemas.microsoft.com/office/drawing/2014/main" id="{DC6762F1-9FB3-44C5-1ACE-2D503D8173CA}"/>
              </a:ext>
            </a:extLst>
          </p:cNvPr>
          <p:cNvSpPr/>
          <p:nvPr/>
        </p:nvSpPr>
        <p:spPr>
          <a:xfrm>
            <a:off x="604383" y="2449940"/>
            <a:ext cx="642827" cy="406400"/>
          </a:xfrm>
          <a:prstGeom prst="line">
            <a:avLst/>
          </a:prstGeom>
          <a:ln w="1905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highlight>
                <a:srgbClr val="FFFF00"/>
              </a:highlight>
            </a:endParaRPr>
          </a:p>
        </p:txBody>
      </p:sp>
      <p:sp>
        <p:nvSpPr>
          <p:cNvPr id="179" name="AutoShape 15">
            <a:extLst>
              <a:ext uri="{FF2B5EF4-FFF2-40B4-BE49-F238E27FC236}">
                <a16:creationId xmlns:a16="http://schemas.microsoft.com/office/drawing/2014/main" id="{4E94C2C0-4E3D-72BA-9F68-15F4D692A827}"/>
              </a:ext>
            </a:extLst>
          </p:cNvPr>
          <p:cNvSpPr/>
          <p:nvPr/>
        </p:nvSpPr>
        <p:spPr>
          <a:xfrm flipH="1">
            <a:off x="6466353" y="2449940"/>
            <a:ext cx="609997" cy="406400"/>
          </a:xfrm>
          <a:prstGeom prst="line">
            <a:avLst/>
          </a:prstGeom>
          <a:ln w="1905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6" name="AutoShape 12">
            <a:extLst>
              <a:ext uri="{FF2B5EF4-FFF2-40B4-BE49-F238E27FC236}">
                <a16:creationId xmlns:a16="http://schemas.microsoft.com/office/drawing/2014/main" id="{0A0441CC-1B5E-7503-B337-F59005D55C72}"/>
              </a:ext>
            </a:extLst>
          </p:cNvPr>
          <p:cNvSpPr/>
          <p:nvPr/>
        </p:nvSpPr>
        <p:spPr>
          <a:xfrm flipH="1">
            <a:off x="550863" y="3994220"/>
            <a:ext cx="610719" cy="409269"/>
          </a:xfrm>
          <a:prstGeom prst="line">
            <a:avLst/>
          </a:prstGeom>
          <a:ln w="1905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7" name="AutoShape 13">
            <a:extLst>
              <a:ext uri="{FF2B5EF4-FFF2-40B4-BE49-F238E27FC236}">
                <a16:creationId xmlns:a16="http://schemas.microsoft.com/office/drawing/2014/main" id="{BA8A68AE-D201-7C69-DC29-DFF73E117EED}"/>
              </a:ext>
            </a:extLst>
          </p:cNvPr>
          <p:cNvSpPr/>
          <p:nvPr/>
        </p:nvSpPr>
        <p:spPr>
          <a:xfrm>
            <a:off x="6393522" y="3982929"/>
            <a:ext cx="623663" cy="414328"/>
          </a:xfrm>
          <a:prstGeom prst="line">
            <a:avLst/>
          </a:prstGeom>
          <a:ln w="1905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97443-73E7-2FA7-D2A8-A64BC065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0" y="396014"/>
            <a:ext cx="9142644" cy="701954"/>
          </a:xfrm>
        </p:spPr>
        <p:txBody>
          <a:bodyPr>
            <a:noAutofit/>
          </a:bodyPr>
          <a:lstStyle/>
          <a:p>
            <a:pPr>
              <a:lnSpc>
                <a:spcPct val="60000"/>
              </a:lnSpc>
            </a:pPr>
            <a:r>
              <a:rPr lang="en-US" sz="3200" b="1"/>
              <a:t>IA tech stack: the hands, the brain and the eyes</a:t>
            </a:r>
            <a:endParaRPr lang="en-FR" sz="3200" b="1"/>
          </a:p>
        </p:txBody>
      </p:sp>
      <p:grpSp>
        <p:nvGrpSpPr>
          <p:cNvPr id="159" name="Group 19">
            <a:extLst>
              <a:ext uri="{FF2B5EF4-FFF2-40B4-BE49-F238E27FC236}">
                <a16:creationId xmlns:a16="http://schemas.microsoft.com/office/drawing/2014/main" id="{1CEF01D1-FC3A-D282-0528-865436B1B73A}"/>
              </a:ext>
            </a:extLst>
          </p:cNvPr>
          <p:cNvGrpSpPr/>
          <p:nvPr/>
        </p:nvGrpSpPr>
        <p:grpSpPr>
          <a:xfrm>
            <a:off x="522514" y="5661841"/>
            <a:ext cx="11016343" cy="507855"/>
            <a:chOff x="0" y="-38100"/>
            <a:chExt cx="4080417" cy="200635"/>
          </a:xfrm>
        </p:grpSpPr>
        <p:sp>
          <p:nvSpPr>
            <p:cNvPr id="160" name="Freeform 20">
              <a:extLst>
                <a:ext uri="{FF2B5EF4-FFF2-40B4-BE49-F238E27FC236}">
                  <a16:creationId xmlns:a16="http://schemas.microsoft.com/office/drawing/2014/main" id="{813318B2-1EBA-B770-8291-A622719AD5FE}"/>
                </a:ext>
              </a:extLst>
            </p:cNvPr>
            <p:cNvSpPr/>
            <p:nvPr/>
          </p:nvSpPr>
          <p:spPr>
            <a:xfrm>
              <a:off x="0" y="0"/>
              <a:ext cx="4038333" cy="162535"/>
            </a:xfrm>
            <a:custGeom>
              <a:avLst/>
              <a:gdLst/>
              <a:ahLst/>
              <a:cxnLst/>
              <a:rect l="l" t="t" r="r" b="b"/>
              <a:pathLst>
                <a:path w="4080417" h="162535">
                  <a:moveTo>
                    <a:pt x="14991" y="0"/>
                  </a:moveTo>
                  <a:lnTo>
                    <a:pt x="4065425" y="0"/>
                  </a:lnTo>
                  <a:cubicBezTo>
                    <a:pt x="4073705" y="0"/>
                    <a:pt x="4080417" y="6712"/>
                    <a:pt x="4080417" y="14991"/>
                  </a:cubicBezTo>
                  <a:lnTo>
                    <a:pt x="4080417" y="147543"/>
                  </a:lnTo>
                  <a:cubicBezTo>
                    <a:pt x="4080417" y="155823"/>
                    <a:pt x="4073705" y="162535"/>
                    <a:pt x="4065425" y="162535"/>
                  </a:cubicBezTo>
                  <a:lnTo>
                    <a:pt x="14991" y="162535"/>
                  </a:lnTo>
                  <a:cubicBezTo>
                    <a:pt x="6712" y="162535"/>
                    <a:pt x="0" y="155823"/>
                    <a:pt x="0" y="147543"/>
                  </a:cubicBezTo>
                  <a:lnTo>
                    <a:pt x="0" y="14991"/>
                  </a:lnTo>
                  <a:cubicBezTo>
                    <a:pt x="0" y="6712"/>
                    <a:pt x="6712" y="0"/>
                    <a:pt x="14991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noFill/>
              <a:prstDash val="solid"/>
              <a:round/>
            </a:ln>
          </p:spPr>
          <p:txBody>
            <a:bodyPr anchor="ctr"/>
            <a:lstStyle/>
            <a:p>
              <a:pPr algn="ctr">
                <a:lnSpc>
                  <a:spcPts val="2333"/>
                </a:lnSpc>
                <a:spcBef>
                  <a:spcPct val="0"/>
                </a:spcBef>
              </a:pPr>
              <a:r>
                <a:rPr lang="en-US" b="1" spc="-108">
                  <a:solidFill>
                    <a:srgbClr val="FFFFFF"/>
                  </a:solidFill>
                  <a:ea typeface="Telegraf"/>
                  <a:cs typeface="Telegraf"/>
                  <a:sym typeface="Telegraf"/>
                </a:rPr>
                <a:t>Unified Architecture: Integrating structured CSVs with unstructured PDFs/Web data for holistic decision making.</a:t>
              </a:r>
              <a:endParaRPr lang="en-US" b="1" spc="-108">
                <a:solidFill>
                  <a:srgbClr val="FFFFFF"/>
                </a:solidFill>
                <a:ea typeface="Telegraf"/>
                <a:cs typeface="Telegraf"/>
              </a:endParaRPr>
            </a:p>
          </p:txBody>
        </p:sp>
        <p:sp>
          <p:nvSpPr>
            <p:cNvPr id="161" name="TextBox 21">
              <a:extLst>
                <a:ext uri="{FF2B5EF4-FFF2-40B4-BE49-F238E27FC236}">
                  <a16:creationId xmlns:a16="http://schemas.microsoft.com/office/drawing/2014/main" id="{47957C19-E2BB-1A77-2746-0F976F3FC5DA}"/>
                </a:ext>
              </a:extLst>
            </p:cNvPr>
            <p:cNvSpPr txBox="1"/>
            <p:nvPr/>
          </p:nvSpPr>
          <p:spPr>
            <a:xfrm>
              <a:off x="0" y="-38100"/>
              <a:ext cx="4080417" cy="2006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66" name="Group 2">
            <a:extLst>
              <a:ext uri="{FF2B5EF4-FFF2-40B4-BE49-F238E27FC236}">
                <a16:creationId xmlns:a16="http://schemas.microsoft.com/office/drawing/2014/main" id="{24BC5892-5DA1-E87F-3208-3C51AD8C6E27}"/>
              </a:ext>
            </a:extLst>
          </p:cNvPr>
          <p:cNvGrpSpPr/>
          <p:nvPr/>
        </p:nvGrpSpPr>
        <p:grpSpPr>
          <a:xfrm rot="5400000">
            <a:off x="3145337" y="1809015"/>
            <a:ext cx="1283019" cy="6471967"/>
            <a:chOff x="0" y="0"/>
            <a:chExt cx="814748" cy="4109856"/>
          </a:xfrm>
        </p:grpSpPr>
        <p:sp>
          <p:nvSpPr>
            <p:cNvPr id="167" name="Freeform 3">
              <a:extLst>
                <a:ext uri="{FF2B5EF4-FFF2-40B4-BE49-F238E27FC236}">
                  <a16:creationId xmlns:a16="http://schemas.microsoft.com/office/drawing/2014/main" id="{F331F2E5-2F67-3ABA-E63C-16F94A56F482}"/>
                </a:ext>
              </a:extLst>
            </p:cNvPr>
            <p:cNvSpPr/>
            <p:nvPr/>
          </p:nvSpPr>
          <p:spPr>
            <a:xfrm>
              <a:off x="0" y="0"/>
              <a:ext cx="814748" cy="4109856"/>
            </a:xfrm>
            <a:custGeom>
              <a:avLst/>
              <a:gdLst/>
              <a:ahLst/>
              <a:cxnLst/>
              <a:rect l="l" t="t" r="r" b="b"/>
              <a:pathLst>
                <a:path w="814748" h="4109856">
                  <a:moveTo>
                    <a:pt x="0" y="0"/>
                  </a:moveTo>
                  <a:lnTo>
                    <a:pt x="814748" y="0"/>
                  </a:lnTo>
                  <a:lnTo>
                    <a:pt x="814748" y="4109856"/>
                  </a:lnTo>
                  <a:lnTo>
                    <a:pt x="0" y="410985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B3333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8" name="TextBox 4">
              <a:extLst>
                <a:ext uri="{FF2B5EF4-FFF2-40B4-BE49-F238E27FC236}">
                  <a16:creationId xmlns:a16="http://schemas.microsoft.com/office/drawing/2014/main" id="{8431A6A3-FF8F-C137-4AA4-A8FC31C5B901}"/>
                </a:ext>
              </a:extLst>
            </p:cNvPr>
            <p:cNvSpPr txBox="1"/>
            <p:nvPr/>
          </p:nvSpPr>
          <p:spPr>
            <a:xfrm>
              <a:off x="0" y="-19050"/>
              <a:ext cx="814748" cy="412890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69" name="TextBox 5">
            <a:extLst>
              <a:ext uri="{FF2B5EF4-FFF2-40B4-BE49-F238E27FC236}">
                <a16:creationId xmlns:a16="http://schemas.microsoft.com/office/drawing/2014/main" id="{B939820B-DDEF-AB9E-7F46-DD6B715641F0}"/>
              </a:ext>
            </a:extLst>
          </p:cNvPr>
          <p:cNvSpPr txBox="1"/>
          <p:nvPr/>
        </p:nvSpPr>
        <p:spPr>
          <a:xfrm>
            <a:off x="1215099" y="3350904"/>
            <a:ext cx="671136" cy="9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3"/>
              </a:lnSpc>
              <a:spcBef>
                <a:spcPct val="0"/>
              </a:spcBef>
            </a:pPr>
            <a:r>
              <a:rPr lang="en-US" sz="580" b="1" spc="-1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SALFORD &amp; CO.</a:t>
            </a:r>
          </a:p>
        </p:txBody>
      </p:sp>
      <p:grpSp>
        <p:nvGrpSpPr>
          <p:cNvPr id="170" name="Group 6">
            <a:extLst>
              <a:ext uri="{FF2B5EF4-FFF2-40B4-BE49-F238E27FC236}">
                <a16:creationId xmlns:a16="http://schemas.microsoft.com/office/drawing/2014/main" id="{CE57686C-38E9-551B-E619-19153043E409}"/>
              </a:ext>
            </a:extLst>
          </p:cNvPr>
          <p:cNvGrpSpPr/>
          <p:nvPr/>
        </p:nvGrpSpPr>
        <p:grpSpPr>
          <a:xfrm rot="5400000">
            <a:off x="3145337" y="223767"/>
            <a:ext cx="1283019" cy="6471967"/>
            <a:chOff x="0" y="0"/>
            <a:chExt cx="814748" cy="4109856"/>
          </a:xfrm>
        </p:grpSpPr>
        <p:sp>
          <p:nvSpPr>
            <p:cNvPr id="171" name="Freeform 7">
              <a:extLst>
                <a:ext uri="{FF2B5EF4-FFF2-40B4-BE49-F238E27FC236}">
                  <a16:creationId xmlns:a16="http://schemas.microsoft.com/office/drawing/2014/main" id="{BB25A42C-47D3-FF2C-33C3-71F89BCF45A4}"/>
                </a:ext>
              </a:extLst>
            </p:cNvPr>
            <p:cNvSpPr/>
            <p:nvPr/>
          </p:nvSpPr>
          <p:spPr>
            <a:xfrm>
              <a:off x="0" y="0"/>
              <a:ext cx="814748" cy="4109856"/>
            </a:xfrm>
            <a:custGeom>
              <a:avLst/>
              <a:gdLst/>
              <a:ahLst/>
              <a:cxnLst/>
              <a:rect l="l" t="t" r="r" b="b"/>
              <a:pathLst>
                <a:path w="814748" h="4109856">
                  <a:moveTo>
                    <a:pt x="0" y="0"/>
                  </a:moveTo>
                  <a:lnTo>
                    <a:pt x="814748" y="0"/>
                  </a:lnTo>
                  <a:lnTo>
                    <a:pt x="814748" y="4109856"/>
                  </a:lnTo>
                  <a:lnTo>
                    <a:pt x="0" y="410985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B3333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2" name="TextBox 8">
              <a:extLst>
                <a:ext uri="{FF2B5EF4-FFF2-40B4-BE49-F238E27FC236}">
                  <a16:creationId xmlns:a16="http://schemas.microsoft.com/office/drawing/2014/main" id="{1F1B4CF9-D02E-9F39-6983-84C8F703B0C6}"/>
                </a:ext>
              </a:extLst>
            </p:cNvPr>
            <p:cNvSpPr txBox="1"/>
            <p:nvPr/>
          </p:nvSpPr>
          <p:spPr>
            <a:xfrm>
              <a:off x="0" y="-19050"/>
              <a:ext cx="814748" cy="412890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73" name="Group 9">
            <a:extLst>
              <a:ext uri="{FF2B5EF4-FFF2-40B4-BE49-F238E27FC236}">
                <a16:creationId xmlns:a16="http://schemas.microsoft.com/office/drawing/2014/main" id="{96CFADEE-5E6D-D037-D114-4044FBADEB66}"/>
              </a:ext>
            </a:extLst>
          </p:cNvPr>
          <p:cNvGrpSpPr/>
          <p:nvPr/>
        </p:nvGrpSpPr>
        <p:grpSpPr>
          <a:xfrm rot="5400000">
            <a:off x="3202487" y="-1419445"/>
            <a:ext cx="1283019" cy="6471967"/>
            <a:chOff x="0" y="0"/>
            <a:chExt cx="814748" cy="4109856"/>
          </a:xfrm>
        </p:grpSpPr>
        <p:sp>
          <p:nvSpPr>
            <p:cNvPr id="174" name="Freeform 10">
              <a:extLst>
                <a:ext uri="{FF2B5EF4-FFF2-40B4-BE49-F238E27FC236}">
                  <a16:creationId xmlns:a16="http://schemas.microsoft.com/office/drawing/2014/main" id="{F98A595D-774D-835A-6C20-7683F9A460AC}"/>
                </a:ext>
              </a:extLst>
            </p:cNvPr>
            <p:cNvSpPr/>
            <p:nvPr/>
          </p:nvSpPr>
          <p:spPr>
            <a:xfrm>
              <a:off x="0" y="0"/>
              <a:ext cx="814748" cy="4109856"/>
            </a:xfrm>
            <a:custGeom>
              <a:avLst/>
              <a:gdLst/>
              <a:ahLst/>
              <a:cxnLst/>
              <a:rect l="l" t="t" r="r" b="b"/>
              <a:pathLst>
                <a:path w="814748" h="4109856">
                  <a:moveTo>
                    <a:pt x="0" y="0"/>
                  </a:moveTo>
                  <a:lnTo>
                    <a:pt x="814748" y="0"/>
                  </a:lnTo>
                  <a:lnTo>
                    <a:pt x="814748" y="4109856"/>
                  </a:lnTo>
                  <a:lnTo>
                    <a:pt x="0" y="410985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B3333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5" name="TextBox 11">
              <a:extLst>
                <a:ext uri="{FF2B5EF4-FFF2-40B4-BE49-F238E27FC236}">
                  <a16:creationId xmlns:a16="http://schemas.microsoft.com/office/drawing/2014/main" id="{4632694F-A29A-2D2B-2F20-3D86B9785E33}"/>
                </a:ext>
              </a:extLst>
            </p:cNvPr>
            <p:cNvSpPr txBox="1"/>
            <p:nvPr/>
          </p:nvSpPr>
          <p:spPr>
            <a:xfrm>
              <a:off x="0" y="-19050"/>
              <a:ext cx="814748" cy="412890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80" name="Freeform 16">
            <a:extLst>
              <a:ext uri="{FF2B5EF4-FFF2-40B4-BE49-F238E27FC236}">
                <a16:creationId xmlns:a16="http://schemas.microsoft.com/office/drawing/2014/main" id="{535ABA0F-BE2B-724F-CA60-47FC4A31B084}"/>
              </a:ext>
            </a:extLst>
          </p:cNvPr>
          <p:cNvSpPr/>
          <p:nvPr/>
        </p:nvSpPr>
        <p:spPr>
          <a:xfrm>
            <a:off x="1072415" y="4585703"/>
            <a:ext cx="1120194" cy="941168"/>
          </a:xfrm>
          <a:custGeom>
            <a:avLst/>
            <a:gdLst/>
            <a:ahLst/>
            <a:cxnLst/>
            <a:rect l="l" t="t" r="r" b="b"/>
            <a:pathLst>
              <a:path w="1417826" h="1344021">
                <a:moveTo>
                  <a:pt x="0" y="0"/>
                </a:moveTo>
                <a:lnTo>
                  <a:pt x="1417825" y="0"/>
                </a:lnTo>
                <a:lnTo>
                  <a:pt x="1417825" y="1344022"/>
                </a:lnTo>
                <a:lnTo>
                  <a:pt x="0" y="13440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81" name="Freeform 17">
            <a:extLst>
              <a:ext uri="{FF2B5EF4-FFF2-40B4-BE49-F238E27FC236}">
                <a16:creationId xmlns:a16="http://schemas.microsoft.com/office/drawing/2014/main" id="{5CEBB9CF-0BF1-E9B9-0A4D-97533AA1D3DE}"/>
              </a:ext>
            </a:extLst>
          </p:cNvPr>
          <p:cNvSpPr/>
          <p:nvPr/>
        </p:nvSpPr>
        <p:spPr>
          <a:xfrm>
            <a:off x="3468124" y="4523614"/>
            <a:ext cx="885647" cy="642541"/>
          </a:xfrm>
          <a:custGeom>
            <a:avLst/>
            <a:gdLst/>
            <a:ahLst/>
            <a:cxnLst/>
            <a:rect l="l" t="t" r="r" b="b"/>
            <a:pathLst>
              <a:path w="1297591" h="1344021">
                <a:moveTo>
                  <a:pt x="0" y="0"/>
                </a:moveTo>
                <a:lnTo>
                  <a:pt x="1297591" y="0"/>
                </a:lnTo>
                <a:lnTo>
                  <a:pt x="1297591" y="1344022"/>
                </a:lnTo>
                <a:lnTo>
                  <a:pt x="0" y="13440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82" name="Freeform 18">
            <a:extLst>
              <a:ext uri="{FF2B5EF4-FFF2-40B4-BE49-F238E27FC236}">
                <a16:creationId xmlns:a16="http://schemas.microsoft.com/office/drawing/2014/main" id="{A0367664-8513-FEF3-EA1B-C1EBC8A891C6}"/>
              </a:ext>
            </a:extLst>
          </p:cNvPr>
          <p:cNvSpPr/>
          <p:nvPr/>
        </p:nvSpPr>
        <p:spPr>
          <a:xfrm>
            <a:off x="5284966" y="4628475"/>
            <a:ext cx="987369" cy="1008024"/>
          </a:xfrm>
          <a:custGeom>
            <a:avLst/>
            <a:gdLst/>
            <a:ahLst/>
            <a:cxnLst/>
            <a:rect l="l" t="t" r="r" b="b"/>
            <a:pathLst>
              <a:path w="1091588" h="1181837">
                <a:moveTo>
                  <a:pt x="0" y="0"/>
                </a:moveTo>
                <a:lnTo>
                  <a:pt x="1091587" y="0"/>
                </a:lnTo>
                <a:lnTo>
                  <a:pt x="1091587" y="1181837"/>
                </a:lnTo>
                <a:lnTo>
                  <a:pt x="0" y="11818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83" name="Group 19">
            <a:extLst>
              <a:ext uri="{FF2B5EF4-FFF2-40B4-BE49-F238E27FC236}">
                <a16:creationId xmlns:a16="http://schemas.microsoft.com/office/drawing/2014/main" id="{D1AD0B7A-CE45-F1B3-F235-A1FCA83BD405}"/>
              </a:ext>
            </a:extLst>
          </p:cNvPr>
          <p:cNvGrpSpPr/>
          <p:nvPr/>
        </p:nvGrpSpPr>
        <p:grpSpPr>
          <a:xfrm rot="5400000">
            <a:off x="1260496" y="796330"/>
            <a:ext cx="906600" cy="2019821"/>
            <a:chOff x="0" y="0"/>
            <a:chExt cx="329175" cy="603952"/>
          </a:xfrm>
        </p:grpSpPr>
        <p:sp>
          <p:nvSpPr>
            <p:cNvPr id="184" name="Freeform 20">
              <a:extLst>
                <a:ext uri="{FF2B5EF4-FFF2-40B4-BE49-F238E27FC236}">
                  <a16:creationId xmlns:a16="http://schemas.microsoft.com/office/drawing/2014/main" id="{AF495330-965C-176D-ED2F-274EE64C6B6A}"/>
                </a:ext>
              </a:extLst>
            </p:cNvPr>
            <p:cNvSpPr/>
            <p:nvPr/>
          </p:nvSpPr>
          <p:spPr>
            <a:xfrm>
              <a:off x="0" y="0"/>
              <a:ext cx="329175" cy="603952"/>
            </a:xfrm>
            <a:custGeom>
              <a:avLst/>
              <a:gdLst/>
              <a:ahLst/>
              <a:cxnLst/>
              <a:rect l="l" t="t" r="r" b="b"/>
              <a:pathLst>
                <a:path w="329175" h="603952">
                  <a:moveTo>
                    <a:pt x="164587" y="0"/>
                  </a:moveTo>
                  <a:lnTo>
                    <a:pt x="164587" y="0"/>
                  </a:lnTo>
                  <a:cubicBezTo>
                    <a:pt x="208239" y="0"/>
                    <a:pt x="250102" y="17340"/>
                    <a:pt x="280968" y="48207"/>
                  </a:cubicBezTo>
                  <a:cubicBezTo>
                    <a:pt x="311834" y="79073"/>
                    <a:pt x="329175" y="120936"/>
                    <a:pt x="329175" y="164587"/>
                  </a:cubicBezTo>
                  <a:lnTo>
                    <a:pt x="329175" y="439365"/>
                  </a:lnTo>
                  <a:cubicBezTo>
                    <a:pt x="329175" y="483016"/>
                    <a:pt x="311834" y="524880"/>
                    <a:pt x="280968" y="555746"/>
                  </a:cubicBezTo>
                  <a:cubicBezTo>
                    <a:pt x="250102" y="586612"/>
                    <a:pt x="208239" y="603952"/>
                    <a:pt x="164587" y="603952"/>
                  </a:cubicBezTo>
                  <a:lnTo>
                    <a:pt x="164587" y="603952"/>
                  </a:lnTo>
                  <a:cubicBezTo>
                    <a:pt x="120936" y="603952"/>
                    <a:pt x="79073" y="586612"/>
                    <a:pt x="48207" y="555746"/>
                  </a:cubicBezTo>
                  <a:cubicBezTo>
                    <a:pt x="17340" y="524880"/>
                    <a:pt x="0" y="483016"/>
                    <a:pt x="0" y="439365"/>
                  </a:cubicBezTo>
                  <a:lnTo>
                    <a:pt x="0" y="164587"/>
                  </a:lnTo>
                  <a:cubicBezTo>
                    <a:pt x="0" y="120936"/>
                    <a:pt x="17340" y="79073"/>
                    <a:pt x="48207" y="48207"/>
                  </a:cubicBezTo>
                  <a:cubicBezTo>
                    <a:pt x="79073" y="17340"/>
                    <a:pt x="120936" y="0"/>
                    <a:pt x="1645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85" name="TextBox 21">
              <a:extLst>
                <a:ext uri="{FF2B5EF4-FFF2-40B4-BE49-F238E27FC236}">
                  <a16:creationId xmlns:a16="http://schemas.microsoft.com/office/drawing/2014/main" id="{E9864535-9E40-810E-37E9-C94EDF990E03}"/>
                </a:ext>
              </a:extLst>
            </p:cNvPr>
            <p:cNvSpPr txBox="1"/>
            <p:nvPr/>
          </p:nvSpPr>
          <p:spPr>
            <a:xfrm>
              <a:off x="0" y="-38100"/>
              <a:ext cx="329175" cy="64205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86" name="Freeform 22">
            <a:extLst>
              <a:ext uri="{FF2B5EF4-FFF2-40B4-BE49-F238E27FC236}">
                <a16:creationId xmlns:a16="http://schemas.microsoft.com/office/drawing/2014/main" id="{E8E6A28C-6B3A-BB8E-4DD3-5417336F4255}"/>
              </a:ext>
            </a:extLst>
          </p:cNvPr>
          <p:cNvSpPr/>
          <p:nvPr/>
        </p:nvSpPr>
        <p:spPr>
          <a:xfrm>
            <a:off x="960028" y="1419363"/>
            <a:ext cx="1501892" cy="813265"/>
          </a:xfrm>
          <a:custGeom>
            <a:avLst/>
            <a:gdLst/>
            <a:ahLst/>
            <a:cxnLst/>
            <a:rect l="l" t="t" r="r" b="b"/>
            <a:pathLst>
              <a:path w="1948039" h="999766">
                <a:moveTo>
                  <a:pt x="0" y="0"/>
                </a:moveTo>
                <a:lnTo>
                  <a:pt x="1948039" y="0"/>
                </a:lnTo>
                <a:lnTo>
                  <a:pt x="1948039" y="999766"/>
                </a:lnTo>
                <a:lnTo>
                  <a:pt x="0" y="999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342" r="-21790" b="-12006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87" name="Freeform 23">
            <a:extLst>
              <a:ext uri="{FF2B5EF4-FFF2-40B4-BE49-F238E27FC236}">
                <a16:creationId xmlns:a16="http://schemas.microsoft.com/office/drawing/2014/main" id="{72BBE0E3-0A22-F34F-D45F-F77F652A0A77}"/>
              </a:ext>
            </a:extLst>
          </p:cNvPr>
          <p:cNvSpPr/>
          <p:nvPr/>
        </p:nvSpPr>
        <p:spPr>
          <a:xfrm>
            <a:off x="2859615" y="1366571"/>
            <a:ext cx="1865737" cy="986931"/>
          </a:xfrm>
          <a:custGeom>
            <a:avLst/>
            <a:gdLst/>
            <a:ahLst/>
            <a:cxnLst/>
            <a:rect l="l" t="t" r="r" b="b"/>
            <a:pathLst>
              <a:path w="2273674" h="1124801">
                <a:moveTo>
                  <a:pt x="0" y="0"/>
                </a:moveTo>
                <a:lnTo>
                  <a:pt x="2273675" y="0"/>
                </a:lnTo>
                <a:lnTo>
                  <a:pt x="2273675" y="1124800"/>
                </a:lnTo>
                <a:lnTo>
                  <a:pt x="0" y="112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3621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88" name="Freeform 24">
            <a:extLst>
              <a:ext uri="{FF2B5EF4-FFF2-40B4-BE49-F238E27FC236}">
                <a16:creationId xmlns:a16="http://schemas.microsoft.com/office/drawing/2014/main" id="{89A46338-65D2-C39B-D36B-D8A18FEE932B}"/>
              </a:ext>
            </a:extLst>
          </p:cNvPr>
          <p:cNvSpPr/>
          <p:nvPr/>
        </p:nvSpPr>
        <p:spPr>
          <a:xfrm>
            <a:off x="4906656" y="1417370"/>
            <a:ext cx="1895642" cy="1003866"/>
          </a:xfrm>
          <a:custGeom>
            <a:avLst/>
            <a:gdLst/>
            <a:ahLst/>
            <a:cxnLst/>
            <a:rect l="l" t="t" r="r" b="b"/>
            <a:pathLst>
              <a:path w="2293131" h="1124801">
                <a:moveTo>
                  <a:pt x="0" y="0"/>
                </a:moveTo>
                <a:lnTo>
                  <a:pt x="2293132" y="0"/>
                </a:lnTo>
                <a:lnTo>
                  <a:pt x="2293132" y="1124800"/>
                </a:lnTo>
                <a:lnTo>
                  <a:pt x="0" y="112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5281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89" name="AutoShape 25">
            <a:extLst>
              <a:ext uri="{FF2B5EF4-FFF2-40B4-BE49-F238E27FC236}">
                <a16:creationId xmlns:a16="http://schemas.microsoft.com/office/drawing/2014/main" id="{AFF001EC-7990-A930-0126-2A81CBFA8826}"/>
              </a:ext>
            </a:extLst>
          </p:cNvPr>
          <p:cNvSpPr/>
          <p:nvPr/>
        </p:nvSpPr>
        <p:spPr>
          <a:xfrm>
            <a:off x="3817326" y="3116957"/>
            <a:ext cx="0" cy="85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190" name="Group 26">
            <a:extLst>
              <a:ext uri="{FF2B5EF4-FFF2-40B4-BE49-F238E27FC236}">
                <a16:creationId xmlns:a16="http://schemas.microsoft.com/office/drawing/2014/main" id="{CB928C23-26C6-28B1-18BC-1A420CEB34EF}"/>
              </a:ext>
            </a:extLst>
          </p:cNvPr>
          <p:cNvGrpSpPr/>
          <p:nvPr/>
        </p:nvGrpSpPr>
        <p:grpSpPr>
          <a:xfrm>
            <a:off x="950425" y="3400373"/>
            <a:ext cx="529348" cy="253011"/>
            <a:chOff x="0" y="0"/>
            <a:chExt cx="209125" cy="99955"/>
          </a:xfrm>
        </p:grpSpPr>
        <p:sp>
          <p:nvSpPr>
            <p:cNvPr id="191" name="Freeform 27">
              <a:extLst>
                <a:ext uri="{FF2B5EF4-FFF2-40B4-BE49-F238E27FC236}">
                  <a16:creationId xmlns:a16="http://schemas.microsoft.com/office/drawing/2014/main" id="{0A8FF81B-4D3A-96BD-5F55-078F2CCF376A}"/>
                </a:ext>
              </a:extLst>
            </p:cNvPr>
            <p:cNvSpPr/>
            <p:nvPr/>
          </p:nvSpPr>
          <p:spPr>
            <a:xfrm>
              <a:off x="0" y="0"/>
              <a:ext cx="209125" cy="99955"/>
            </a:xfrm>
            <a:custGeom>
              <a:avLst/>
              <a:gdLst/>
              <a:ahLst/>
              <a:cxnLst/>
              <a:rect l="l" t="t" r="r" b="b"/>
              <a:pathLst>
                <a:path w="209125" h="99955">
                  <a:moveTo>
                    <a:pt x="49978" y="0"/>
                  </a:moveTo>
                  <a:lnTo>
                    <a:pt x="159148" y="0"/>
                  </a:lnTo>
                  <a:cubicBezTo>
                    <a:pt x="172403" y="0"/>
                    <a:pt x="185115" y="5265"/>
                    <a:pt x="194487" y="14638"/>
                  </a:cubicBezTo>
                  <a:cubicBezTo>
                    <a:pt x="203860" y="24011"/>
                    <a:pt x="209125" y="36723"/>
                    <a:pt x="209125" y="49978"/>
                  </a:cubicBezTo>
                  <a:lnTo>
                    <a:pt x="209125" y="49978"/>
                  </a:lnTo>
                  <a:cubicBezTo>
                    <a:pt x="209125" y="77579"/>
                    <a:pt x="186749" y="99955"/>
                    <a:pt x="159148" y="99955"/>
                  </a:cubicBezTo>
                  <a:lnTo>
                    <a:pt x="49978" y="99955"/>
                  </a:lnTo>
                  <a:cubicBezTo>
                    <a:pt x="36723" y="99955"/>
                    <a:pt x="24011" y="94690"/>
                    <a:pt x="14638" y="85317"/>
                  </a:cubicBezTo>
                  <a:cubicBezTo>
                    <a:pt x="5265" y="75944"/>
                    <a:pt x="0" y="63232"/>
                    <a:pt x="0" y="49978"/>
                  </a:cubicBezTo>
                  <a:lnTo>
                    <a:pt x="0" y="49978"/>
                  </a:lnTo>
                  <a:cubicBezTo>
                    <a:pt x="0" y="36723"/>
                    <a:pt x="5265" y="24011"/>
                    <a:pt x="14638" y="14638"/>
                  </a:cubicBezTo>
                  <a:cubicBezTo>
                    <a:pt x="24011" y="5265"/>
                    <a:pt x="36723" y="0"/>
                    <a:pt x="4997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2" name="TextBox 28">
              <a:extLst>
                <a:ext uri="{FF2B5EF4-FFF2-40B4-BE49-F238E27FC236}">
                  <a16:creationId xmlns:a16="http://schemas.microsoft.com/office/drawing/2014/main" id="{3D41DC65-1B17-5C41-3E6A-CE5D901016CC}"/>
                </a:ext>
              </a:extLst>
            </p:cNvPr>
            <p:cNvSpPr txBox="1"/>
            <p:nvPr/>
          </p:nvSpPr>
          <p:spPr>
            <a:xfrm>
              <a:off x="0" y="-38100"/>
              <a:ext cx="209125" cy="1380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93" name="Group 29">
            <a:extLst>
              <a:ext uri="{FF2B5EF4-FFF2-40B4-BE49-F238E27FC236}">
                <a16:creationId xmlns:a16="http://schemas.microsoft.com/office/drawing/2014/main" id="{9F64CB96-2AF7-64ED-F6AF-394F8071E051}"/>
              </a:ext>
            </a:extLst>
          </p:cNvPr>
          <p:cNvGrpSpPr/>
          <p:nvPr/>
        </p:nvGrpSpPr>
        <p:grpSpPr>
          <a:xfrm>
            <a:off x="1886235" y="3400112"/>
            <a:ext cx="604713" cy="253271"/>
            <a:chOff x="0" y="0"/>
            <a:chExt cx="238899" cy="100058"/>
          </a:xfrm>
        </p:grpSpPr>
        <p:sp>
          <p:nvSpPr>
            <p:cNvPr id="194" name="Freeform 30">
              <a:extLst>
                <a:ext uri="{FF2B5EF4-FFF2-40B4-BE49-F238E27FC236}">
                  <a16:creationId xmlns:a16="http://schemas.microsoft.com/office/drawing/2014/main" id="{95525452-B66B-DB76-8D54-D47878EC0F47}"/>
                </a:ext>
              </a:extLst>
            </p:cNvPr>
            <p:cNvSpPr/>
            <p:nvPr/>
          </p:nvSpPr>
          <p:spPr>
            <a:xfrm>
              <a:off x="0" y="0"/>
              <a:ext cx="238899" cy="100058"/>
            </a:xfrm>
            <a:custGeom>
              <a:avLst/>
              <a:gdLst/>
              <a:ahLst/>
              <a:cxnLst/>
              <a:rect l="l" t="t" r="r" b="b"/>
              <a:pathLst>
                <a:path w="238899" h="100058">
                  <a:moveTo>
                    <a:pt x="50029" y="0"/>
                  </a:moveTo>
                  <a:lnTo>
                    <a:pt x="188870" y="0"/>
                  </a:lnTo>
                  <a:cubicBezTo>
                    <a:pt x="216500" y="0"/>
                    <a:pt x="238899" y="22399"/>
                    <a:pt x="238899" y="50029"/>
                  </a:cubicBezTo>
                  <a:lnTo>
                    <a:pt x="238899" y="50029"/>
                  </a:lnTo>
                  <a:cubicBezTo>
                    <a:pt x="238899" y="77659"/>
                    <a:pt x="216500" y="100058"/>
                    <a:pt x="188870" y="100058"/>
                  </a:cubicBezTo>
                  <a:lnTo>
                    <a:pt x="50029" y="100058"/>
                  </a:lnTo>
                  <a:cubicBezTo>
                    <a:pt x="22399" y="100058"/>
                    <a:pt x="0" y="77659"/>
                    <a:pt x="0" y="50029"/>
                  </a:cubicBezTo>
                  <a:lnTo>
                    <a:pt x="0" y="50029"/>
                  </a:lnTo>
                  <a:cubicBezTo>
                    <a:pt x="0" y="22399"/>
                    <a:pt x="22399" y="0"/>
                    <a:pt x="500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5" name="TextBox 31">
              <a:extLst>
                <a:ext uri="{FF2B5EF4-FFF2-40B4-BE49-F238E27FC236}">
                  <a16:creationId xmlns:a16="http://schemas.microsoft.com/office/drawing/2014/main" id="{8DF7EF84-326F-F50F-BBC7-C041F3BC93DD}"/>
                </a:ext>
              </a:extLst>
            </p:cNvPr>
            <p:cNvSpPr txBox="1"/>
            <p:nvPr/>
          </p:nvSpPr>
          <p:spPr>
            <a:xfrm>
              <a:off x="0" y="-38100"/>
              <a:ext cx="238899" cy="1381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96" name="Group 32">
            <a:extLst>
              <a:ext uri="{FF2B5EF4-FFF2-40B4-BE49-F238E27FC236}">
                <a16:creationId xmlns:a16="http://schemas.microsoft.com/office/drawing/2014/main" id="{E2A69556-B7E3-5F97-A8BC-96335FC19BB2}"/>
              </a:ext>
            </a:extLst>
          </p:cNvPr>
          <p:cNvGrpSpPr/>
          <p:nvPr/>
        </p:nvGrpSpPr>
        <p:grpSpPr>
          <a:xfrm>
            <a:off x="2827498" y="3395429"/>
            <a:ext cx="627954" cy="257955"/>
            <a:chOff x="0" y="0"/>
            <a:chExt cx="248081" cy="101908"/>
          </a:xfrm>
        </p:grpSpPr>
        <p:sp>
          <p:nvSpPr>
            <p:cNvPr id="197" name="Freeform 33">
              <a:extLst>
                <a:ext uri="{FF2B5EF4-FFF2-40B4-BE49-F238E27FC236}">
                  <a16:creationId xmlns:a16="http://schemas.microsoft.com/office/drawing/2014/main" id="{9E0BAAFA-4C41-6588-43B7-F4F89563E1B7}"/>
                </a:ext>
              </a:extLst>
            </p:cNvPr>
            <p:cNvSpPr/>
            <p:nvPr/>
          </p:nvSpPr>
          <p:spPr>
            <a:xfrm>
              <a:off x="0" y="0"/>
              <a:ext cx="248081" cy="101908"/>
            </a:xfrm>
            <a:custGeom>
              <a:avLst/>
              <a:gdLst/>
              <a:ahLst/>
              <a:cxnLst/>
              <a:rect l="l" t="t" r="r" b="b"/>
              <a:pathLst>
                <a:path w="248081" h="101908">
                  <a:moveTo>
                    <a:pt x="50954" y="0"/>
                  </a:moveTo>
                  <a:lnTo>
                    <a:pt x="197126" y="0"/>
                  </a:lnTo>
                  <a:cubicBezTo>
                    <a:pt x="210640" y="0"/>
                    <a:pt x="223601" y="5368"/>
                    <a:pt x="233156" y="14924"/>
                  </a:cubicBezTo>
                  <a:cubicBezTo>
                    <a:pt x="242712" y="24480"/>
                    <a:pt x="248081" y="37440"/>
                    <a:pt x="248081" y="50954"/>
                  </a:cubicBezTo>
                  <a:lnTo>
                    <a:pt x="248081" y="50954"/>
                  </a:lnTo>
                  <a:cubicBezTo>
                    <a:pt x="248081" y="64468"/>
                    <a:pt x="242712" y="77428"/>
                    <a:pt x="233156" y="86984"/>
                  </a:cubicBezTo>
                  <a:cubicBezTo>
                    <a:pt x="223601" y="96540"/>
                    <a:pt x="210640" y="101908"/>
                    <a:pt x="197126" y="101908"/>
                  </a:cubicBezTo>
                  <a:lnTo>
                    <a:pt x="50954" y="101908"/>
                  </a:lnTo>
                  <a:cubicBezTo>
                    <a:pt x="37440" y="101908"/>
                    <a:pt x="24480" y="96540"/>
                    <a:pt x="14924" y="86984"/>
                  </a:cubicBezTo>
                  <a:cubicBezTo>
                    <a:pt x="5368" y="77428"/>
                    <a:pt x="0" y="64468"/>
                    <a:pt x="0" y="50954"/>
                  </a:cubicBezTo>
                  <a:lnTo>
                    <a:pt x="0" y="50954"/>
                  </a:lnTo>
                  <a:cubicBezTo>
                    <a:pt x="0" y="37440"/>
                    <a:pt x="5368" y="24480"/>
                    <a:pt x="14924" y="14924"/>
                  </a:cubicBezTo>
                  <a:cubicBezTo>
                    <a:pt x="24480" y="5368"/>
                    <a:pt x="37440" y="0"/>
                    <a:pt x="509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8" name="TextBox 34">
              <a:extLst>
                <a:ext uri="{FF2B5EF4-FFF2-40B4-BE49-F238E27FC236}">
                  <a16:creationId xmlns:a16="http://schemas.microsoft.com/office/drawing/2014/main" id="{8497B91A-32BA-810C-59FF-B28F37C53B2B}"/>
                </a:ext>
              </a:extLst>
            </p:cNvPr>
            <p:cNvSpPr txBox="1"/>
            <p:nvPr/>
          </p:nvSpPr>
          <p:spPr>
            <a:xfrm>
              <a:off x="0" y="-38100"/>
              <a:ext cx="248081" cy="1400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99" name="AutoShape 35">
            <a:extLst>
              <a:ext uri="{FF2B5EF4-FFF2-40B4-BE49-F238E27FC236}">
                <a16:creationId xmlns:a16="http://schemas.microsoft.com/office/drawing/2014/main" id="{A66746A5-381F-2494-EA4E-56C08A2CD500}"/>
              </a:ext>
            </a:extLst>
          </p:cNvPr>
          <p:cNvSpPr/>
          <p:nvPr/>
        </p:nvSpPr>
        <p:spPr>
          <a:xfrm>
            <a:off x="608013" y="3541347"/>
            <a:ext cx="29335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0" name="AutoShape 36">
            <a:extLst>
              <a:ext uri="{FF2B5EF4-FFF2-40B4-BE49-F238E27FC236}">
                <a16:creationId xmlns:a16="http://schemas.microsoft.com/office/drawing/2014/main" id="{447FEF25-CC9F-EDA3-16AE-E71D481E8F94}"/>
              </a:ext>
            </a:extLst>
          </p:cNvPr>
          <p:cNvSpPr/>
          <p:nvPr/>
        </p:nvSpPr>
        <p:spPr>
          <a:xfrm>
            <a:off x="1530574" y="3550872"/>
            <a:ext cx="29335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1" name="AutoShape 37">
            <a:extLst>
              <a:ext uri="{FF2B5EF4-FFF2-40B4-BE49-F238E27FC236}">
                <a16:creationId xmlns:a16="http://schemas.microsoft.com/office/drawing/2014/main" id="{A14EF5A1-71D8-3D16-02C5-D8606D3CF4CD}"/>
              </a:ext>
            </a:extLst>
          </p:cNvPr>
          <p:cNvSpPr/>
          <p:nvPr/>
        </p:nvSpPr>
        <p:spPr>
          <a:xfrm>
            <a:off x="2512548" y="3541347"/>
            <a:ext cx="29335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2" name="AutoShape 38">
            <a:extLst>
              <a:ext uri="{FF2B5EF4-FFF2-40B4-BE49-F238E27FC236}">
                <a16:creationId xmlns:a16="http://schemas.microsoft.com/office/drawing/2014/main" id="{A7C8CCD8-A503-96D0-E565-AB0C0AD7C947}"/>
              </a:ext>
            </a:extLst>
          </p:cNvPr>
          <p:cNvSpPr/>
          <p:nvPr/>
        </p:nvSpPr>
        <p:spPr>
          <a:xfrm flipV="1">
            <a:off x="2198116" y="3116957"/>
            <a:ext cx="0" cy="29335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3" name="AutoShape 39">
            <a:extLst>
              <a:ext uri="{FF2B5EF4-FFF2-40B4-BE49-F238E27FC236}">
                <a16:creationId xmlns:a16="http://schemas.microsoft.com/office/drawing/2014/main" id="{2390A9A2-3716-E969-C3BA-733DB913FAA1}"/>
              </a:ext>
            </a:extLst>
          </p:cNvPr>
          <p:cNvSpPr/>
          <p:nvPr/>
        </p:nvSpPr>
        <p:spPr>
          <a:xfrm>
            <a:off x="3468124" y="3533931"/>
            <a:ext cx="29335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204" name="Group 40">
            <a:extLst>
              <a:ext uri="{FF2B5EF4-FFF2-40B4-BE49-F238E27FC236}">
                <a16:creationId xmlns:a16="http://schemas.microsoft.com/office/drawing/2014/main" id="{A0C97B12-E24F-CBAE-7DC2-E4A15828BC04}"/>
              </a:ext>
            </a:extLst>
          </p:cNvPr>
          <p:cNvGrpSpPr/>
          <p:nvPr/>
        </p:nvGrpSpPr>
        <p:grpSpPr>
          <a:xfrm>
            <a:off x="4231269" y="3415575"/>
            <a:ext cx="529348" cy="253011"/>
            <a:chOff x="0" y="0"/>
            <a:chExt cx="209125" cy="99955"/>
          </a:xfrm>
        </p:grpSpPr>
        <p:sp>
          <p:nvSpPr>
            <p:cNvPr id="205" name="Freeform 41">
              <a:extLst>
                <a:ext uri="{FF2B5EF4-FFF2-40B4-BE49-F238E27FC236}">
                  <a16:creationId xmlns:a16="http://schemas.microsoft.com/office/drawing/2014/main" id="{1583F6F1-9B71-45C3-3EF7-4CC9BD4625C6}"/>
                </a:ext>
              </a:extLst>
            </p:cNvPr>
            <p:cNvSpPr/>
            <p:nvPr/>
          </p:nvSpPr>
          <p:spPr>
            <a:xfrm>
              <a:off x="0" y="0"/>
              <a:ext cx="209125" cy="99955"/>
            </a:xfrm>
            <a:custGeom>
              <a:avLst/>
              <a:gdLst/>
              <a:ahLst/>
              <a:cxnLst/>
              <a:rect l="l" t="t" r="r" b="b"/>
              <a:pathLst>
                <a:path w="209125" h="99955">
                  <a:moveTo>
                    <a:pt x="49978" y="0"/>
                  </a:moveTo>
                  <a:lnTo>
                    <a:pt x="159148" y="0"/>
                  </a:lnTo>
                  <a:cubicBezTo>
                    <a:pt x="172403" y="0"/>
                    <a:pt x="185115" y="5265"/>
                    <a:pt x="194487" y="14638"/>
                  </a:cubicBezTo>
                  <a:cubicBezTo>
                    <a:pt x="203860" y="24011"/>
                    <a:pt x="209125" y="36723"/>
                    <a:pt x="209125" y="49978"/>
                  </a:cubicBezTo>
                  <a:lnTo>
                    <a:pt x="209125" y="49978"/>
                  </a:lnTo>
                  <a:cubicBezTo>
                    <a:pt x="209125" y="77579"/>
                    <a:pt x="186749" y="99955"/>
                    <a:pt x="159148" y="99955"/>
                  </a:cubicBezTo>
                  <a:lnTo>
                    <a:pt x="49978" y="99955"/>
                  </a:lnTo>
                  <a:cubicBezTo>
                    <a:pt x="36723" y="99955"/>
                    <a:pt x="24011" y="94690"/>
                    <a:pt x="14638" y="85317"/>
                  </a:cubicBezTo>
                  <a:cubicBezTo>
                    <a:pt x="5265" y="75944"/>
                    <a:pt x="0" y="63232"/>
                    <a:pt x="0" y="49978"/>
                  </a:cubicBezTo>
                  <a:lnTo>
                    <a:pt x="0" y="49978"/>
                  </a:lnTo>
                  <a:cubicBezTo>
                    <a:pt x="0" y="36723"/>
                    <a:pt x="5265" y="24011"/>
                    <a:pt x="14638" y="14638"/>
                  </a:cubicBezTo>
                  <a:cubicBezTo>
                    <a:pt x="24011" y="5265"/>
                    <a:pt x="36723" y="0"/>
                    <a:pt x="4997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6" name="TextBox 42">
              <a:extLst>
                <a:ext uri="{FF2B5EF4-FFF2-40B4-BE49-F238E27FC236}">
                  <a16:creationId xmlns:a16="http://schemas.microsoft.com/office/drawing/2014/main" id="{77C231DF-59D0-C765-3F8B-DE3F6A4ACCA6}"/>
                </a:ext>
              </a:extLst>
            </p:cNvPr>
            <p:cNvSpPr txBox="1"/>
            <p:nvPr/>
          </p:nvSpPr>
          <p:spPr>
            <a:xfrm>
              <a:off x="0" y="-38100"/>
              <a:ext cx="209125" cy="1380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07" name="Group 43">
            <a:extLst>
              <a:ext uri="{FF2B5EF4-FFF2-40B4-BE49-F238E27FC236}">
                <a16:creationId xmlns:a16="http://schemas.microsoft.com/office/drawing/2014/main" id="{7C603E96-B121-7825-A36C-0EC84CCDCEBD}"/>
              </a:ext>
            </a:extLst>
          </p:cNvPr>
          <p:cNvGrpSpPr/>
          <p:nvPr/>
        </p:nvGrpSpPr>
        <p:grpSpPr>
          <a:xfrm>
            <a:off x="5167079" y="3415314"/>
            <a:ext cx="604713" cy="253271"/>
            <a:chOff x="0" y="0"/>
            <a:chExt cx="238899" cy="100058"/>
          </a:xfrm>
        </p:grpSpPr>
        <p:sp>
          <p:nvSpPr>
            <p:cNvPr id="208" name="Freeform 44">
              <a:extLst>
                <a:ext uri="{FF2B5EF4-FFF2-40B4-BE49-F238E27FC236}">
                  <a16:creationId xmlns:a16="http://schemas.microsoft.com/office/drawing/2014/main" id="{EBFFE624-26F4-FC7D-171A-7D598A7B36A2}"/>
                </a:ext>
              </a:extLst>
            </p:cNvPr>
            <p:cNvSpPr/>
            <p:nvPr/>
          </p:nvSpPr>
          <p:spPr>
            <a:xfrm>
              <a:off x="0" y="0"/>
              <a:ext cx="238899" cy="100058"/>
            </a:xfrm>
            <a:custGeom>
              <a:avLst/>
              <a:gdLst/>
              <a:ahLst/>
              <a:cxnLst/>
              <a:rect l="l" t="t" r="r" b="b"/>
              <a:pathLst>
                <a:path w="238899" h="100058">
                  <a:moveTo>
                    <a:pt x="50029" y="0"/>
                  </a:moveTo>
                  <a:lnTo>
                    <a:pt x="188870" y="0"/>
                  </a:lnTo>
                  <a:cubicBezTo>
                    <a:pt x="216500" y="0"/>
                    <a:pt x="238899" y="22399"/>
                    <a:pt x="238899" y="50029"/>
                  </a:cubicBezTo>
                  <a:lnTo>
                    <a:pt x="238899" y="50029"/>
                  </a:lnTo>
                  <a:cubicBezTo>
                    <a:pt x="238899" y="77659"/>
                    <a:pt x="216500" y="100058"/>
                    <a:pt x="188870" y="100058"/>
                  </a:cubicBezTo>
                  <a:lnTo>
                    <a:pt x="50029" y="100058"/>
                  </a:lnTo>
                  <a:cubicBezTo>
                    <a:pt x="22399" y="100058"/>
                    <a:pt x="0" y="77659"/>
                    <a:pt x="0" y="50029"/>
                  </a:cubicBezTo>
                  <a:lnTo>
                    <a:pt x="0" y="50029"/>
                  </a:lnTo>
                  <a:cubicBezTo>
                    <a:pt x="0" y="22399"/>
                    <a:pt x="22399" y="0"/>
                    <a:pt x="500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9" name="TextBox 45">
              <a:extLst>
                <a:ext uri="{FF2B5EF4-FFF2-40B4-BE49-F238E27FC236}">
                  <a16:creationId xmlns:a16="http://schemas.microsoft.com/office/drawing/2014/main" id="{625615F6-DE18-6FF9-E187-772AE1232ACD}"/>
                </a:ext>
              </a:extLst>
            </p:cNvPr>
            <p:cNvSpPr txBox="1"/>
            <p:nvPr/>
          </p:nvSpPr>
          <p:spPr>
            <a:xfrm>
              <a:off x="0" y="-38100"/>
              <a:ext cx="238899" cy="1381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10" name="Group 46">
            <a:extLst>
              <a:ext uri="{FF2B5EF4-FFF2-40B4-BE49-F238E27FC236}">
                <a16:creationId xmlns:a16="http://schemas.microsoft.com/office/drawing/2014/main" id="{B9ADA43C-F462-AA07-EA49-1DC7FB4ADA2D}"/>
              </a:ext>
            </a:extLst>
          </p:cNvPr>
          <p:cNvGrpSpPr/>
          <p:nvPr/>
        </p:nvGrpSpPr>
        <p:grpSpPr>
          <a:xfrm>
            <a:off x="6108342" y="3410631"/>
            <a:ext cx="627954" cy="257955"/>
            <a:chOff x="0" y="0"/>
            <a:chExt cx="248081" cy="101908"/>
          </a:xfrm>
        </p:grpSpPr>
        <p:sp>
          <p:nvSpPr>
            <p:cNvPr id="211" name="Freeform 47">
              <a:extLst>
                <a:ext uri="{FF2B5EF4-FFF2-40B4-BE49-F238E27FC236}">
                  <a16:creationId xmlns:a16="http://schemas.microsoft.com/office/drawing/2014/main" id="{C3572C7E-E07D-1547-471E-A1DF8413FD1E}"/>
                </a:ext>
              </a:extLst>
            </p:cNvPr>
            <p:cNvSpPr/>
            <p:nvPr/>
          </p:nvSpPr>
          <p:spPr>
            <a:xfrm>
              <a:off x="0" y="0"/>
              <a:ext cx="248081" cy="101908"/>
            </a:xfrm>
            <a:custGeom>
              <a:avLst/>
              <a:gdLst/>
              <a:ahLst/>
              <a:cxnLst/>
              <a:rect l="l" t="t" r="r" b="b"/>
              <a:pathLst>
                <a:path w="248081" h="101908">
                  <a:moveTo>
                    <a:pt x="50954" y="0"/>
                  </a:moveTo>
                  <a:lnTo>
                    <a:pt x="197126" y="0"/>
                  </a:lnTo>
                  <a:cubicBezTo>
                    <a:pt x="210640" y="0"/>
                    <a:pt x="223601" y="5368"/>
                    <a:pt x="233156" y="14924"/>
                  </a:cubicBezTo>
                  <a:cubicBezTo>
                    <a:pt x="242712" y="24480"/>
                    <a:pt x="248081" y="37440"/>
                    <a:pt x="248081" y="50954"/>
                  </a:cubicBezTo>
                  <a:lnTo>
                    <a:pt x="248081" y="50954"/>
                  </a:lnTo>
                  <a:cubicBezTo>
                    <a:pt x="248081" y="64468"/>
                    <a:pt x="242712" y="77428"/>
                    <a:pt x="233156" y="86984"/>
                  </a:cubicBezTo>
                  <a:cubicBezTo>
                    <a:pt x="223601" y="96540"/>
                    <a:pt x="210640" y="101908"/>
                    <a:pt x="197126" y="101908"/>
                  </a:cubicBezTo>
                  <a:lnTo>
                    <a:pt x="50954" y="101908"/>
                  </a:lnTo>
                  <a:cubicBezTo>
                    <a:pt x="37440" y="101908"/>
                    <a:pt x="24480" y="96540"/>
                    <a:pt x="14924" y="86984"/>
                  </a:cubicBezTo>
                  <a:cubicBezTo>
                    <a:pt x="5368" y="77428"/>
                    <a:pt x="0" y="64468"/>
                    <a:pt x="0" y="50954"/>
                  </a:cubicBezTo>
                  <a:lnTo>
                    <a:pt x="0" y="50954"/>
                  </a:lnTo>
                  <a:cubicBezTo>
                    <a:pt x="0" y="37440"/>
                    <a:pt x="5368" y="24480"/>
                    <a:pt x="14924" y="14924"/>
                  </a:cubicBezTo>
                  <a:cubicBezTo>
                    <a:pt x="24480" y="5368"/>
                    <a:pt x="37440" y="0"/>
                    <a:pt x="509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2" name="TextBox 48">
              <a:extLst>
                <a:ext uri="{FF2B5EF4-FFF2-40B4-BE49-F238E27FC236}">
                  <a16:creationId xmlns:a16="http://schemas.microsoft.com/office/drawing/2014/main" id="{2D7F4B8A-97CD-4A81-E2C2-A29D313A7A11}"/>
                </a:ext>
              </a:extLst>
            </p:cNvPr>
            <p:cNvSpPr txBox="1"/>
            <p:nvPr/>
          </p:nvSpPr>
          <p:spPr>
            <a:xfrm>
              <a:off x="0" y="-38100"/>
              <a:ext cx="248081" cy="1400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213" name="AutoShape 49">
            <a:extLst>
              <a:ext uri="{FF2B5EF4-FFF2-40B4-BE49-F238E27FC236}">
                <a16:creationId xmlns:a16="http://schemas.microsoft.com/office/drawing/2014/main" id="{E37FF61A-36C1-C3D1-9004-9049A42609E6}"/>
              </a:ext>
            </a:extLst>
          </p:cNvPr>
          <p:cNvSpPr/>
          <p:nvPr/>
        </p:nvSpPr>
        <p:spPr>
          <a:xfrm>
            <a:off x="3888857" y="3556549"/>
            <a:ext cx="29335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4" name="AutoShape 50">
            <a:extLst>
              <a:ext uri="{FF2B5EF4-FFF2-40B4-BE49-F238E27FC236}">
                <a16:creationId xmlns:a16="http://schemas.microsoft.com/office/drawing/2014/main" id="{B87441AB-6591-8159-1006-465B05DD0096}"/>
              </a:ext>
            </a:extLst>
          </p:cNvPr>
          <p:cNvSpPr/>
          <p:nvPr/>
        </p:nvSpPr>
        <p:spPr>
          <a:xfrm>
            <a:off x="4811418" y="3566074"/>
            <a:ext cx="29335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5" name="AutoShape 51">
            <a:extLst>
              <a:ext uri="{FF2B5EF4-FFF2-40B4-BE49-F238E27FC236}">
                <a16:creationId xmlns:a16="http://schemas.microsoft.com/office/drawing/2014/main" id="{AAA19CE6-6E74-69C4-4239-D31CDCD905D8}"/>
              </a:ext>
            </a:extLst>
          </p:cNvPr>
          <p:cNvSpPr/>
          <p:nvPr/>
        </p:nvSpPr>
        <p:spPr>
          <a:xfrm>
            <a:off x="5793392" y="3556549"/>
            <a:ext cx="29335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6" name="AutoShape 52">
            <a:extLst>
              <a:ext uri="{FF2B5EF4-FFF2-40B4-BE49-F238E27FC236}">
                <a16:creationId xmlns:a16="http://schemas.microsoft.com/office/drawing/2014/main" id="{09199751-AC77-45F5-3C35-B2CA6B2AE317}"/>
              </a:ext>
            </a:extLst>
          </p:cNvPr>
          <p:cNvSpPr/>
          <p:nvPr/>
        </p:nvSpPr>
        <p:spPr>
          <a:xfrm flipV="1">
            <a:off x="5478961" y="3132159"/>
            <a:ext cx="0" cy="29335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217" name="Group 85">
            <a:extLst>
              <a:ext uri="{FF2B5EF4-FFF2-40B4-BE49-F238E27FC236}">
                <a16:creationId xmlns:a16="http://schemas.microsoft.com/office/drawing/2014/main" id="{6B706068-1427-D2BA-95E6-25E454CBFD3E}"/>
              </a:ext>
            </a:extLst>
          </p:cNvPr>
          <p:cNvGrpSpPr/>
          <p:nvPr/>
        </p:nvGrpSpPr>
        <p:grpSpPr>
          <a:xfrm rot="16200000">
            <a:off x="2179989" y="1844193"/>
            <a:ext cx="159083" cy="2386445"/>
            <a:chOff x="0" y="0"/>
            <a:chExt cx="102549" cy="153836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18" name="Freeform 86">
              <a:extLst>
                <a:ext uri="{FF2B5EF4-FFF2-40B4-BE49-F238E27FC236}">
                  <a16:creationId xmlns:a16="http://schemas.microsoft.com/office/drawing/2014/main" id="{7165831A-3657-2F9E-75D0-EC6AAEEF9223}"/>
                </a:ext>
              </a:extLst>
            </p:cNvPr>
            <p:cNvSpPr/>
            <p:nvPr/>
          </p:nvSpPr>
          <p:spPr>
            <a:xfrm>
              <a:off x="0" y="0"/>
              <a:ext cx="102549" cy="1538361"/>
            </a:xfrm>
            <a:custGeom>
              <a:avLst/>
              <a:gdLst/>
              <a:ahLst/>
              <a:cxnLst/>
              <a:rect l="l" t="t" r="r" b="b"/>
              <a:pathLst>
                <a:path w="102549" h="1538361">
                  <a:moveTo>
                    <a:pt x="0" y="0"/>
                  </a:moveTo>
                  <a:lnTo>
                    <a:pt x="102549" y="0"/>
                  </a:lnTo>
                  <a:lnTo>
                    <a:pt x="102549" y="1538361"/>
                  </a:lnTo>
                  <a:lnTo>
                    <a:pt x="0" y="1538361"/>
                  </a:lnTo>
                  <a:close/>
                </a:path>
              </a:pathLst>
            </a:custGeom>
            <a:grpFill/>
            <a:ln w="19050" cap="sq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19" name="TextBox 87">
              <a:extLst>
                <a:ext uri="{FF2B5EF4-FFF2-40B4-BE49-F238E27FC236}">
                  <a16:creationId xmlns:a16="http://schemas.microsoft.com/office/drawing/2014/main" id="{505E156A-AD3A-3FE3-A11B-AA3B2F984880}"/>
                </a:ext>
              </a:extLst>
            </p:cNvPr>
            <p:cNvSpPr txBox="1"/>
            <p:nvPr/>
          </p:nvSpPr>
          <p:spPr>
            <a:xfrm>
              <a:off x="0" y="-19050"/>
              <a:ext cx="102549" cy="1557411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20" name="TextBox 88">
            <a:extLst>
              <a:ext uri="{FF2B5EF4-FFF2-40B4-BE49-F238E27FC236}">
                <a16:creationId xmlns:a16="http://schemas.microsoft.com/office/drawing/2014/main" id="{8CEC4C19-886E-195C-68A9-200C6DE093DD}"/>
              </a:ext>
            </a:extLst>
          </p:cNvPr>
          <p:cNvSpPr txBox="1"/>
          <p:nvPr/>
        </p:nvSpPr>
        <p:spPr>
          <a:xfrm>
            <a:off x="1099041" y="2952180"/>
            <a:ext cx="2420217" cy="17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7"/>
              </a:lnSpc>
              <a:spcBef>
                <a:spcPct val="0"/>
              </a:spcBef>
            </a:pPr>
            <a:r>
              <a:rPr lang="en-US" sz="1400" b="1" spc="-58">
                <a:solidFill>
                  <a:srgbClr val="1B1B1B"/>
                </a:solidFill>
                <a:latin typeface="Aptos"/>
                <a:ea typeface="Telegraf Bold"/>
                <a:cs typeface="Telegraf Bold"/>
                <a:sym typeface="Telegraf Bold"/>
              </a:rPr>
              <a:t>Structured Processing</a:t>
            </a:r>
          </a:p>
        </p:txBody>
      </p:sp>
      <p:grpSp>
        <p:nvGrpSpPr>
          <p:cNvPr id="221" name="Group 89">
            <a:extLst>
              <a:ext uri="{FF2B5EF4-FFF2-40B4-BE49-F238E27FC236}">
                <a16:creationId xmlns:a16="http://schemas.microsoft.com/office/drawing/2014/main" id="{DF974CE1-03F2-5DDD-6B25-8AB1CF189CF9}"/>
              </a:ext>
            </a:extLst>
          </p:cNvPr>
          <p:cNvGrpSpPr/>
          <p:nvPr/>
        </p:nvGrpSpPr>
        <p:grpSpPr>
          <a:xfrm rot="16200000">
            <a:off x="5344950" y="1826118"/>
            <a:ext cx="159083" cy="2386445"/>
            <a:chOff x="0" y="0"/>
            <a:chExt cx="102549" cy="153836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22" name="Freeform 90">
              <a:extLst>
                <a:ext uri="{FF2B5EF4-FFF2-40B4-BE49-F238E27FC236}">
                  <a16:creationId xmlns:a16="http://schemas.microsoft.com/office/drawing/2014/main" id="{AC5FCBDD-4A4D-B5C8-AEB2-689D365D7E68}"/>
                </a:ext>
              </a:extLst>
            </p:cNvPr>
            <p:cNvSpPr/>
            <p:nvPr/>
          </p:nvSpPr>
          <p:spPr>
            <a:xfrm>
              <a:off x="0" y="0"/>
              <a:ext cx="102549" cy="1538361"/>
            </a:xfrm>
            <a:custGeom>
              <a:avLst/>
              <a:gdLst/>
              <a:ahLst/>
              <a:cxnLst/>
              <a:rect l="l" t="t" r="r" b="b"/>
              <a:pathLst>
                <a:path w="102549" h="1538361">
                  <a:moveTo>
                    <a:pt x="0" y="0"/>
                  </a:moveTo>
                  <a:lnTo>
                    <a:pt x="102549" y="0"/>
                  </a:lnTo>
                  <a:lnTo>
                    <a:pt x="102549" y="1538361"/>
                  </a:lnTo>
                  <a:lnTo>
                    <a:pt x="0" y="1538361"/>
                  </a:lnTo>
                  <a:close/>
                </a:path>
              </a:pathLst>
            </a:custGeom>
            <a:grpFill/>
            <a:ln w="19050" cap="sq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3" name="TextBox 91">
              <a:extLst>
                <a:ext uri="{FF2B5EF4-FFF2-40B4-BE49-F238E27FC236}">
                  <a16:creationId xmlns:a16="http://schemas.microsoft.com/office/drawing/2014/main" id="{20B6DC85-EF03-5DCC-7BB4-063A728130EB}"/>
                </a:ext>
              </a:extLst>
            </p:cNvPr>
            <p:cNvSpPr txBox="1"/>
            <p:nvPr/>
          </p:nvSpPr>
          <p:spPr>
            <a:xfrm>
              <a:off x="0" y="-19050"/>
              <a:ext cx="102549" cy="1557411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24" name="TextBox 92">
            <a:extLst>
              <a:ext uri="{FF2B5EF4-FFF2-40B4-BE49-F238E27FC236}">
                <a16:creationId xmlns:a16="http://schemas.microsoft.com/office/drawing/2014/main" id="{37574FF1-A570-5B80-6540-670183E65599}"/>
              </a:ext>
            </a:extLst>
          </p:cNvPr>
          <p:cNvSpPr txBox="1"/>
          <p:nvPr/>
        </p:nvSpPr>
        <p:spPr>
          <a:xfrm>
            <a:off x="4170860" y="2939946"/>
            <a:ext cx="2420217" cy="17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7"/>
              </a:lnSpc>
              <a:spcBef>
                <a:spcPct val="0"/>
              </a:spcBef>
            </a:pPr>
            <a:r>
              <a:rPr lang="en-US" sz="1400" b="1" spc="-58">
                <a:solidFill>
                  <a:srgbClr val="1B1B1B"/>
                </a:solidFill>
                <a:latin typeface="Aptos"/>
                <a:ea typeface="Telegraf Bold"/>
                <a:cs typeface="Telegraf Bold"/>
                <a:sym typeface="Telegraf Bold"/>
              </a:rPr>
              <a:t>Unstructured Processing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C8142E5-B263-D70B-37B1-BB37ACF071FC}"/>
              </a:ext>
            </a:extLst>
          </p:cNvPr>
          <p:cNvSpPr txBox="1"/>
          <p:nvPr/>
        </p:nvSpPr>
        <p:spPr>
          <a:xfrm>
            <a:off x="754688" y="5271870"/>
            <a:ext cx="9819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solidFill>
                  <a:schemeClr val="accent2"/>
                </a:solidFill>
              </a:rPr>
              <a:t>Store ERP</a:t>
            </a:r>
            <a:br>
              <a:rPr lang="en-US" sz="1100" b="1">
                <a:solidFill>
                  <a:schemeClr val="accent2"/>
                </a:solidFill>
              </a:rPr>
            </a:br>
            <a:r>
              <a:rPr lang="en-US" sz="1100" b="1">
                <a:solidFill>
                  <a:schemeClr val="accent2"/>
                </a:solidFill>
              </a:rPr>
              <a:t>(sales/Inv)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15CAF19-BD49-ECDF-000B-C88957C92BFF}"/>
              </a:ext>
            </a:extLst>
          </p:cNvPr>
          <p:cNvSpPr txBox="1"/>
          <p:nvPr/>
        </p:nvSpPr>
        <p:spPr>
          <a:xfrm>
            <a:off x="3468124" y="5216238"/>
            <a:ext cx="9819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solidFill>
                  <a:schemeClr val="accent2"/>
                </a:solidFill>
              </a:rPr>
              <a:t>IoT Sensors</a:t>
            </a:r>
            <a:br>
              <a:rPr lang="en-US" sz="1100" b="1">
                <a:solidFill>
                  <a:schemeClr val="accent2"/>
                </a:solidFill>
              </a:rPr>
            </a:br>
            <a:r>
              <a:rPr lang="en-US" sz="1100" b="1">
                <a:solidFill>
                  <a:schemeClr val="accent2"/>
                </a:solidFill>
              </a:rPr>
              <a:t>(Fridges)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84CC2C89-BA44-A219-8EE6-AAD70B45DF8A}"/>
              </a:ext>
            </a:extLst>
          </p:cNvPr>
          <p:cNvSpPr txBox="1"/>
          <p:nvPr/>
        </p:nvSpPr>
        <p:spPr>
          <a:xfrm>
            <a:off x="5163580" y="5285900"/>
            <a:ext cx="9819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solidFill>
                  <a:schemeClr val="accent2"/>
                </a:solidFill>
              </a:rPr>
              <a:t>External Web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A830BFA-62AE-11A3-1FAA-43213C7EDC4C}"/>
              </a:ext>
            </a:extLst>
          </p:cNvPr>
          <p:cNvSpPr txBox="1"/>
          <p:nvPr/>
        </p:nvSpPr>
        <p:spPr>
          <a:xfrm>
            <a:off x="1362131" y="3714075"/>
            <a:ext cx="197670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chemeClr val="accent2"/>
                </a:solidFill>
              </a:rPr>
              <a:t>Temporal Fusion Transformers(TFT)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C259E1F-86F7-8ADE-60BD-999F03FFBE65}"/>
              </a:ext>
            </a:extLst>
          </p:cNvPr>
          <p:cNvSpPr txBox="1"/>
          <p:nvPr/>
        </p:nvSpPr>
        <p:spPr>
          <a:xfrm>
            <a:off x="4730353" y="3689308"/>
            <a:ext cx="197670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chemeClr val="accent2"/>
                </a:solidFill>
              </a:rPr>
              <a:t>Generative LLMs &amp; Reinforcement Learning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70C8025-8766-A29B-988F-9AF42561CADE}"/>
              </a:ext>
            </a:extLst>
          </p:cNvPr>
          <p:cNvSpPr txBox="1"/>
          <p:nvPr/>
        </p:nvSpPr>
        <p:spPr>
          <a:xfrm>
            <a:off x="1023697" y="3394148"/>
            <a:ext cx="19767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🧩</a:t>
            </a:r>
            <a:endParaRPr lang="en-US" sz="1050" b="1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C7E9195-912B-7E29-3EF4-C3977EC6C146}"/>
              </a:ext>
            </a:extLst>
          </p:cNvPr>
          <p:cNvSpPr txBox="1"/>
          <p:nvPr/>
        </p:nvSpPr>
        <p:spPr>
          <a:xfrm>
            <a:off x="2022747" y="3396480"/>
            <a:ext cx="137882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⚖️</a:t>
            </a:r>
            <a:endParaRPr lang="en-US" sz="1050" b="1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20A89EFF-E8D5-4165-C97E-3E84129BB1E8}"/>
              </a:ext>
            </a:extLst>
          </p:cNvPr>
          <p:cNvSpPr txBox="1"/>
          <p:nvPr/>
        </p:nvSpPr>
        <p:spPr>
          <a:xfrm>
            <a:off x="2949155" y="3390372"/>
            <a:ext cx="19767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📊</a:t>
            </a:r>
            <a:endParaRPr lang="en-US" sz="1050" b="1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AA344224-F9E1-F77B-236E-52CF78E8025C}"/>
              </a:ext>
            </a:extLst>
          </p:cNvPr>
          <p:cNvSpPr txBox="1"/>
          <p:nvPr/>
        </p:nvSpPr>
        <p:spPr>
          <a:xfrm>
            <a:off x="4328946" y="3393554"/>
            <a:ext cx="19767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📚 </a:t>
            </a:r>
            <a:endParaRPr lang="en-US" sz="1050" b="1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EBB0DBED-D9D0-0EF5-D9D4-B5A95E9BB41A}"/>
              </a:ext>
            </a:extLst>
          </p:cNvPr>
          <p:cNvSpPr txBox="1"/>
          <p:nvPr/>
        </p:nvSpPr>
        <p:spPr>
          <a:xfrm>
            <a:off x="5332211" y="3410308"/>
            <a:ext cx="3847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🛠️</a:t>
            </a:r>
            <a:endParaRPr lang="en-US" sz="1050" b="1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0E59E2A-5982-A384-DB74-103A181795B7}"/>
              </a:ext>
            </a:extLst>
          </p:cNvPr>
          <p:cNvSpPr txBox="1"/>
          <p:nvPr/>
        </p:nvSpPr>
        <p:spPr>
          <a:xfrm>
            <a:off x="6230312" y="3455197"/>
            <a:ext cx="4471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👍</a:t>
            </a:r>
            <a:endParaRPr lang="en-US" sz="1050" b="1"/>
          </a:p>
        </p:txBody>
      </p:sp>
      <p:sp>
        <p:nvSpPr>
          <p:cNvPr id="244" name="Rectangle : coins arrondis 9">
            <a:extLst>
              <a:ext uri="{FF2B5EF4-FFF2-40B4-BE49-F238E27FC236}">
                <a16:creationId xmlns:a16="http://schemas.microsoft.com/office/drawing/2014/main" id="{CACEBBD1-0788-5B1D-CE5D-ADE02FB47E1B}"/>
              </a:ext>
            </a:extLst>
          </p:cNvPr>
          <p:cNvSpPr/>
          <p:nvPr/>
        </p:nvSpPr>
        <p:spPr>
          <a:xfrm>
            <a:off x="8392323" y="4627418"/>
            <a:ext cx="2173224" cy="8656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53"/>
              </a:lnSpc>
            </a:pPr>
            <a:r>
              <a:rPr lang="en-US" b="1" spc="-95">
                <a:solidFill>
                  <a:srgbClr val="1B1B1B"/>
                </a:solidFill>
                <a:ea typeface="Telegraf Bold"/>
                <a:cs typeface="Telegraf Bold"/>
                <a:sym typeface="Telegraf Bold"/>
              </a:rPr>
              <a:t>Optimized Order Quantity</a:t>
            </a:r>
            <a:endParaRPr lang="en-US" b="1" spc="-95">
              <a:solidFill>
                <a:srgbClr val="1B1B1B"/>
              </a:solidFill>
              <a:ea typeface="Telegraf Bold"/>
              <a:cs typeface="Telegraf Bold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3ECEEC9E-90CD-2EF0-FBD3-2EC5A953FBBD}"/>
              </a:ext>
            </a:extLst>
          </p:cNvPr>
          <p:cNvGrpSpPr/>
          <p:nvPr/>
        </p:nvGrpSpPr>
        <p:grpSpPr>
          <a:xfrm>
            <a:off x="7461198" y="3505035"/>
            <a:ext cx="4035475" cy="393192"/>
            <a:chOff x="7760874" y="3750923"/>
            <a:chExt cx="4035475" cy="393192"/>
          </a:xfrm>
        </p:grpSpPr>
        <p:sp>
          <p:nvSpPr>
            <p:cNvPr id="248" name="Rectangle : coins arrondis 9">
              <a:extLst>
                <a:ext uri="{FF2B5EF4-FFF2-40B4-BE49-F238E27FC236}">
                  <a16:creationId xmlns:a16="http://schemas.microsoft.com/office/drawing/2014/main" id="{C02BD858-57B4-4FE0-0D2B-8F52FA2F7DB4}"/>
                </a:ext>
              </a:extLst>
            </p:cNvPr>
            <p:cNvSpPr/>
            <p:nvPr/>
          </p:nvSpPr>
          <p:spPr>
            <a:xfrm>
              <a:off x="7760874" y="3750923"/>
              <a:ext cx="4035475" cy="393192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052"/>
                </a:lnSpc>
                <a:spcBef>
                  <a:spcPct val="0"/>
                </a:spcBef>
              </a:pPr>
              <a:r>
                <a:rPr lang="en-US" b="1" spc="-95">
                  <a:solidFill>
                    <a:schemeClr val="bg1"/>
                  </a:solidFill>
                  <a:ea typeface="Telegraf Bold"/>
                  <a:cs typeface="Telegraf Bold"/>
                  <a:sym typeface="Telegraf Bold"/>
                </a:rPr>
                <a:t>TFT Model Engine</a:t>
              </a:r>
              <a:endParaRPr lang="en-US" b="1" spc="-95">
                <a:solidFill>
                  <a:schemeClr val="bg1"/>
                </a:solidFill>
                <a:ea typeface="Telegraf Bold"/>
                <a:cs typeface="Telegraf Bold"/>
              </a:endParaRPr>
            </a:p>
          </p:txBody>
        </p:sp>
        <p:sp>
          <p:nvSpPr>
            <p:cNvPr id="251" name="Freeform 79">
              <a:extLst>
                <a:ext uri="{FF2B5EF4-FFF2-40B4-BE49-F238E27FC236}">
                  <a16:creationId xmlns:a16="http://schemas.microsoft.com/office/drawing/2014/main" id="{2EE7EC88-8500-1BC6-26B8-26DEC9373B3A}"/>
                </a:ext>
              </a:extLst>
            </p:cNvPr>
            <p:cNvSpPr/>
            <p:nvPr/>
          </p:nvSpPr>
          <p:spPr>
            <a:xfrm>
              <a:off x="10640740" y="3806602"/>
              <a:ext cx="288658" cy="281835"/>
            </a:xfrm>
            <a:custGeom>
              <a:avLst/>
              <a:gdLst/>
              <a:ahLst/>
              <a:cxnLst/>
              <a:rect l="l" t="t" r="r" b="b"/>
              <a:pathLst>
                <a:path w="432987" h="422752">
                  <a:moveTo>
                    <a:pt x="0" y="0"/>
                  </a:moveTo>
                  <a:lnTo>
                    <a:pt x="432987" y="0"/>
                  </a:lnTo>
                  <a:lnTo>
                    <a:pt x="432987" y="422752"/>
                  </a:lnTo>
                  <a:lnTo>
                    <a:pt x="0" y="42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>
                <a:solidFill>
                  <a:sysClr val="windowText" lastClr="000000"/>
                </a:solidFill>
              </a:endParaRPr>
            </a:p>
          </p:txBody>
        </p:sp>
        <p:sp>
          <p:nvSpPr>
            <p:cNvPr id="252" name="Freeform 79">
              <a:extLst>
                <a:ext uri="{FF2B5EF4-FFF2-40B4-BE49-F238E27FC236}">
                  <a16:creationId xmlns:a16="http://schemas.microsoft.com/office/drawing/2014/main" id="{DE828CDE-1094-E081-5AE7-42D0DB13D110}"/>
                </a:ext>
              </a:extLst>
            </p:cNvPr>
            <p:cNvSpPr/>
            <p:nvPr/>
          </p:nvSpPr>
          <p:spPr>
            <a:xfrm>
              <a:off x="8595516" y="3806602"/>
              <a:ext cx="288658" cy="281835"/>
            </a:xfrm>
            <a:custGeom>
              <a:avLst/>
              <a:gdLst/>
              <a:ahLst/>
              <a:cxnLst/>
              <a:rect l="l" t="t" r="r" b="b"/>
              <a:pathLst>
                <a:path w="432987" h="422752">
                  <a:moveTo>
                    <a:pt x="0" y="0"/>
                  </a:moveTo>
                  <a:lnTo>
                    <a:pt x="432987" y="0"/>
                  </a:lnTo>
                  <a:lnTo>
                    <a:pt x="432987" y="422752"/>
                  </a:lnTo>
                  <a:lnTo>
                    <a:pt x="0" y="42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5" name="TextBox 76">
            <a:extLst>
              <a:ext uri="{FF2B5EF4-FFF2-40B4-BE49-F238E27FC236}">
                <a16:creationId xmlns:a16="http://schemas.microsoft.com/office/drawing/2014/main" id="{DE215449-7215-143E-659F-A9428CEAA222}"/>
              </a:ext>
            </a:extLst>
          </p:cNvPr>
          <p:cNvSpPr txBox="1"/>
          <p:nvPr/>
        </p:nvSpPr>
        <p:spPr>
          <a:xfrm>
            <a:off x="8392718" y="1736432"/>
            <a:ext cx="2160000" cy="580372"/>
          </a:xfrm>
          <a:prstGeom prst="roundRect">
            <a:avLst/>
          </a:prstGeom>
          <a:solidFill>
            <a:srgbClr val="FFC7CE"/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500" b="1" spc="-95">
                <a:solidFill>
                  <a:schemeClr val="accent2"/>
                </a:solidFill>
                <a:latin typeface="Aptos"/>
                <a:ea typeface="Telegraf Bold"/>
                <a:cs typeface="Telegraf Bold"/>
                <a:sym typeface="Telegraf Bold"/>
              </a:rPr>
              <a:t>Contextual Data</a:t>
            </a:r>
            <a:endParaRPr lang="en-US" sz="1500" b="1" spc="-95">
              <a:solidFill>
                <a:schemeClr val="accent2"/>
              </a:solidFill>
              <a:latin typeface="Aptos"/>
              <a:ea typeface="Telegraf Bold"/>
              <a:cs typeface="Telegraf Bold"/>
            </a:endParaRPr>
          </a:p>
          <a:p>
            <a:pPr algn="ctr">
              <a:lnSpc>
                <a:spcPts val="2052"/>
              </a:lnSpc>
              <a:spcBef>
                <a:spcPct val="0"/>
              </a:spcBef>
            </a:pPr>
            <a:r>
              <a:rPr lang="en-US" sz="1500" b="1" spc="-95">
                <a:solidFill>
                  <a:schemeClr val="accent2"/>
                </a:solidFill>
                <a:latin typeface="Aptos"/>
                <a:ea typeface="Telegraf Bold"/>
                <a:cs typeface="Telegraf Bold"/>
                <a:sym typeface="Telegraf Bold"/>
              </a:rPr>
              <a:t>Weather + Calendar</a:t>
            </a:r>
            <a:endParaRPr lang="en-US" sz="1500" b="1" spc="-95">
              <a:solidFill>
                <a:schemeClr val="accent2"/>
              </a:solidFill>
              <a:latin typeface="Aptos"/>
              <a:ea typeface="Telegraf Bold"/>
              <a:cs typeface="Telegraf Bold"/>
            </a:endParaRPr>
          </a:p>
        </p:txBody>
      </p:sp>
      <p:sp>
        <p:nvSpPr>
          <p:cNvPr id="257" name="TextBox 83">
            <a:extLst>
              <a:ext uri="{FF2B5EF4-FFF2-40B4-BE49-F238E27FC236}">
                <a16:creationId xmlns:a16="http://schemas.microsoft.com/office/drawing/2014/main" id="{A31AFDC4-9220-A2B4-FC9E-AC5796E7A815}"/>
              </a:ext>
            </a:extLst>
          </p:cNvPr>
          <p:cNvSpPr txBox="1"/>
          <p:nvPr/>
        </p:nvSpPr>
        <p:spPr>
          <a:xfrm>
            <a:off x="9709019" y="2469755"/>
            <a:ext cx="2160000" cy="580372"/>
          </a:xfrm>
          <a:prstGeom prst="roundRect">
            <a:avLst/>
          </a:prstGeom>
          <a:solidFill>
            <a:srgbClr val="FFC7CE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500" b="1" spc="-95">
                <a:solidFill>
                  <a:schemeClr val="accent2"/>
                </a:solidFill>
                <a:latin typeface="Aptos"/>
                <a:ea typeface="Telegraf Bold"/>
                <a:cs typeface="Telegraf Bold"/>
                <a:sym typeface="Telegraf Bold"/>
              </a:rPr>
              <a:t>Market Potential</a:t>
            </a:r>
            <a:endParaRPr lang="en-US" sz="1500" b="1" spc="-95">
              <a:solidFill>
                <a:schemeClr val="accent2"/>
              </a:solidFill>
              <a:latin typeface="Aptos"/>
              <a:ea typeface="Telegraf Bold"/>
              <a:cs typeface="Telegraf Bold"/>
            </a:endParaRPr>
          </a:p>
          <a:p>
            <a:pPr algn="ctr">
              <a:lnSpc>
                <a:spcPts val="2052"/>
              </a:lnSpc>
              <a:spcBef>
                <a:spcPct val="0"/>
              </a:spcBef>
            </a:pPr>
            <a:r>
              <a:rPr lang="en-US" sz="1500" b="1" spc="-95">
                <a:solidFill>
                  <a:schemeClr val="accent2"/>
                </a:solidFill>
                <a:latin typeface="Aptos"/>
                <a:ea typeface="Telegraf Bold"/>
                <a:cs typeface="Telegraf Bold"/>
                <a:sym typeface="Telegraf Bold"/>
              </a:rPr>
              <a:t>PDF Injections</a:t>
            </a:r>
            <a:endParaRPr lang="en-US" sz="1500" b="1" spc="-95">
              <a:solidFill>
                <a:schemeClr val="accent2"/>
              </a:solidFill>
              <a:latin typeface="Aptos"/>
              <a:ea typeface="Telegraf Bold"/>
              <a:cs typeface="Telegraf Bold"/>
            </a:endParaRPr>
          </a:p>
        </p:txBody>
      </p:sp>
      <p:sp>
        <p:nvSpPr>
          <p:cNvPr id="259" name="Rectangle : coins arrondis 9">
            <a:extLst>
              <a:ext uri="{FF2B5EF4-FFF2-40B4-BE49-F238E27FC236}">
                <a16:creationId xmlns:a16="http://schemas.microsoft.com/office/drawing/2014/main" id="{8F6E61F6-AE88-A6CA-1743-717D08D8668A}"/>
              </a:ext>
            </a:extLst>
          </p:cNvPr>
          <p:cNvSpPr/>
          <p:nvPr/>
        </p:nvSpPr>
        <p:spPr>
          <a:xfrm>
            <a:off x="7194775" y="2552907"/>
            <a:ext cx="2160000" cy="414068"/>
          </a:xfrm>
          <a:prstGeom prst="roundRect">
            <a:avLst/>
          </a:prstGeom>
          <a:solidFill>
            <a:srgbClr val="FFC7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52"/>
              </a:lnSpc>
              <a:spcBef>
                <a:spcPct val="0"/>
              </a:spcBef>
            </a:pPr>
            <a:r>
              <a:rPr lang="en-US" sz="1600" b="1" spc="-95">
                <a:solidFill>
                  <a:schemeClr val="accent2"/>
                </a:solidFill>
                <a:sym typeface="Telegraf Bold"/>
              </a:rPr>
              <a:t>Historical Data 5 Years</a:t>
            </a:r>
            <a:endParaRPr lang="en-US" sz="1600" b="1" spc="-95">
              <a:solidFill>
                <a:schemeClr val="accent2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40C645-F0E8-7D6C-528B-6D73EF91AEF3}"/>
              </a:ext>
            </a:extLst>
          </p:cNvPr>
          <p:cNvCxnSpPr>
            <a:cxnSpLocks/>
            <a:stCxn id="259" idx="2"/>
          </p:cNvCxnSpPr>
          <p:nvPr/>
        </p:nvCxnSpPr>
        <p:spPr>
          <a:xfrm flipH="1">
            <a:off x="8274761" y="2966975"/>
            <a:ext cx="14" cy="520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6FE144-2107-4ADA-C2DB-46AEF887CC6D}"/>
              </a:ext>
            </a:extLst>
          </p:cNvPr>
          <p:cNvCxnSpPr>
            <a:cxnSpLocks/>
            <a:stCxn id="257" idx="2"/>
          </p:cNvCxnSpPr>
          <p:nvPr/>
        </p:nvCxnSpPr>
        <p:spPr>
          <a:xfrm>
            <a:off x="10789019" y="3050127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CA7344-5F9E-78C6-74BC-E0A5CDA550FC}"/>
              </a:ext>
            </a:extLst>
          </p:cNvPr>
          <p:cNvCxnSpPr>
            <a:cxnSpLocks/>
            <a:stCxn id="255" idx="2"/>
            <a:endCxn id="248" idx="0"/>
          </p:cNvCxnSpPr>
          <p:nvPr/>
        </p:nvCxnSpPr>
        <p:spPr>
          <a:xfrm>
            <a:off x="9472718" y="2316804"/>
            <a:ext cx="6218" cy="1188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DCF4A7-DF32-D410-9678-9463F753EB08}"/>
              </a:ext>
            </a:extLst>
          </p:cNvPr>
          <p:cNvCxnSpPr>
            <a:cxnSpLocks/>
            <a:stCxn id="248" idx="2"/>
            <a:endCxn id="244" idx="0"/>
          </p:cNvCxnSpPr>
          <p:nvPr/>
        </p:nvCxnSpPr>
        <p:spPr>
          <a:xfrm flipH="1">
            <a:off x="9478935" y="3898227"/>
            <a:ext cx="1" cy="7291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872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3E64-1059-6C65-CA9B-FB4204DD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1C2F-65D0-DEA0-5722-7BE7D5C90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0" y="261257"/>
            <a:ext cx="9215216" cy="934681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</a:pPr>
            <a:r>
              <a:rPr lang="en-US" sz="3200" b="1"/>
              <a:t>Budget and deployment of an AI tool</a:t>
            </a:r>
            <a:r>
              <a:rPr lang="en-FR" sz="3200" b="1"/>
              <a:t> of content</a:t>
            </a:r>
          </a:p>
        </p:txBody>
      </p:sp>
      <p:grpSp>
        <p:nvGrpSpPr>
          <p:cNvPr id="5" name="Group 65">
            <a:extLst>
              <a:ext uri="{FF2B5EF4-FFF2-40B4-BE49-F238E27FC236}">
                <a16:creationId xmlns:a16="http://schemas.microsoft.com/office/drawing/2014/main" id="{1A787666-93E3-2473-B412-8280AFC3BA5A}"/>
              </a:ext>
            </a:extLst>
          </p:cNvPr>
          <p:cNvGrpSpPr/>
          <p:nvPr/>
        </p:nvGrpSpPr>
        <p:grpSpPr>
          <a:xfrm rot="10800000">
            <a:off x="604105" y="1161941"/>
            <a:ext cx="5550801" cy="889532"/>
            <a:chOff x="0" y="-19050"/>
            <a:chExt cx="511562" cy="458578"/>
          </a:xfrm>
        </p:grpSpPr>
        <p:sp>
          <p:nvSpPr>
            <p:cNvPr id="6" name="Freeform 66">
              <a:extLst>
                <a:ext uri="{FF2B5EF4-FFF2-40B4-BE49-F238E27FC236}">
                  <a16:creationId xmlns:a16="http://schemas.microsoft.com/office/drawing/2014/main" id="{AD059F49-2D67-25F7-E015-CD422A0EC491}"/>
                </a:ext>
              </a:extLst>
            </p:cNvPr>
            <p:cNvSpPr/>
            <p:nvPr/>
          </p:nvSpPr>
          <p:spPr>
            <a:xfrm>
              <a:off x="0" y="0"/>
              <a:ext cx="511562" cy="439528"/>
            </a:xfrm>
            <a:custGeom>
              <a:avLst/>
              <a:gdLst/>
              <a:ahLst/>
              <a:cxnLst/>
              <a:rect l="l" t="t" r="r" b="b"/>
              <a:pathLst>
                <a:path w="511562" h="439528">
                  <a:moveTo>
                    <a:pt x="39859" y="0"/>
                  </a:moveTo>
                  <a:lnTo>
                    <a:pt x="471703" y="0"/>
                  </a:lnTo>
                  <a:cubicBezTo>
                    <a:pt x="482275" y="0"/>
                    <a:pt x="492413" y="4199"/>
                    <a:pt x="499888" y="11674"/>
                  </a:cubicBezTo>
                  <a:cubicBezTo>
                    <a:pt x="507363" y="19149"/>
                    <a:pt x="511562" y="29288"/>
                    <a:pt x="511562" y="39859"/>
                  </a:cubicBezTo>
                  <a:lnTo>
                    <a:pt x="511562" y="399669"/>
                  </a:lnTo>
                  <a:cubicBezTo>
                    <a:pt x="511562" y="410240"/>
                    <a:pt x="507363" y="420378"/>
                    <a:pt x="499888" y="427853"/>
                  </a:cubicBezTo>
                  <a:cubicBezTo>
                    <a:pt x="492413" y="435328"/>
                    <a:pt x="482275" y="439528"/>
                    <a:pt x="471703" y="439528"/>
                  </a:cubicBezTo>
                  <a:lnTo>
                    <a:pt x="39859" y="439528"/>
                  </a:lnTo>
                  <a:cubicBezTo>
                    <a:pt x="29288" y="439528"/>
                    <a:pt x="19149" y="435328"/>
                    <a:pt x="11674" y="427853"/>
                  </a:cubicBezTo>
                  <a:cubicBezTo>
                    <a:pt x="4199" y="420378"/>
                    <a:pt x="0" y="410240"/>
                    <a:pt x="0" y="399669"/>
                  </a:cubicBezTo>
                  <a:lnTo>
                    <a:pt x="0" y="39859"/>
                  </a:lnTo>
                  <a:cubicBezTo>
                    <a:pt x="0" y="29288"/>
                    <a:pt x="4199" y="19149"/>
                    <a:pt x="11674" y="11674"/>
                  </a:cubicBezTo>
                  <a:cubicBezTo>
                    <a:pt x="19149" y="4199"/>
                    <a:pt x="29288" y="0"/>
                    <a:pt x="39859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67">
              <a:extLst>
                <a:ext uri="{FF2B5EF4-FFF2-40B4-BE49-F238E27FC236}">
                  <a16:creationId xmlns:a16="http://schemas.microsoft.com/office/drawing/2014/main" id="{A58C388E-59B0-2989-BF3C-4B166E1F616D}"/>
                </a:ext>
              </a:extLst>
            </p:cNvPr>
            <p:cNvSpPr txBox="1"/>
            <p:nvPr/>
          </p:nvSpPr>
          <p:spPr>
            <a:xfrm>
              <a:off x="0" y="-19050"/>
              <a:ext cx="511562" cy="458578"/>
            </a:xfrm>
            <a:prstGeom prst="rect">
              <a:avLst/>
            </a:prstGeom>
            <a:ln>
              <a:noFill/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Box 81">
            <a:extLst>
              <a:ext uri="{FF2B5EF4-FFF2-40B4-BE49-F238E27FC236}">
                <a16:creationId xmlns:a16="http://schemas.microsoft.com/office/drawing/2014/main" id="{151ACF4D-C2D3-2712-36FF-586C6F4429AF}"/>
              </a:ext>
            </a:extLst>
          </p:cNvPr>
          <p:cNvSpPr txBox="1"/>
          <p:nvPr/>
        </p:nvSpPr>
        <p:spPr>
          <a:xfrm>
            <a:off x="678475" y="1297300"/>
            <a:ext cx="547461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/>
              <a:t>AI Implementation – Cost Overview</a:t>
            </a:r>
            <a:endParaRPr lang="fr-FR"/>
          </a:p>
          <a:p>
            <a:pPr algn="ctr"/>
            <a:r>
              <a:rPr lang="en-US" b="1" spc="-95">
                <a:solidFill>
                  <a:schemeClr val="accent2"/>
                </a:solidFill>
                <a:ea typeface="+mn-lt"/>
                <a:cs typeface="+mn-lt"/>
              </a:rPr>
              <a:t>Initial Investment : ~ €15,000</a:t>
            </a:r>
          </a:p>
        </p:txBody>
      </p:sp>
      <p:sp>
        <p:nvSpPr>
          <p:cNvPr id="9" name="TextBox 81">
            <a:extLst>
              <a:ext uri="{FF2B5EF4-FFF2-40B4-BE49-F238E27FC236}">
                <a16:creationId xmlns:a16="http://schemas.microsoft.com/office/drawing/2014/main" id="{4AC57109-698A-2B01-2E9F-7DAE2F7FEC4B}"/>
              </a:ext>
            </a:extLst>
          </p:cNvPr>
          <p:cNvSpPr txBox="1"/>
          <p:nvPr/>
        </p:nvSpPr>
        <p:spPr>
          <a:xfrm>
            <a:off x="2601827" y="4840231"/>
            <a:ext cx="674232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b="1" spc="-95">
                <a:solidFill>
                  <a:srgbClr val="1B1B1B"/>
                </a:solidFill>
              </a:rPr>
              <a:t>Companies Capable of Developing and Implementing the Solution</a:t>
            </a:r>
            <a:endParaRPr lang="fr-FR"/>
          </a:p>
        </p:txBody>
      </p:sp>
      <p:cxnSp>
        <p:nvCxnSpPr>
          <p:cNvPr id="10" name="Connecteur droit avec flèche 100">
            <a:extLst>
              <a:ext uri="{FF2B5EF4-FFF2-40B4-BE49-F238E27FC236}">
                <a16:creationId xmlns:a16="http://schemas.microsoft.com/office/drawing/2014/main" id="{9E6207AE-D1C5-43E4-A8E2-B41F34DFE974}"/>
              </a:ext>
            </a:extLst>
          </p:cNvPr>
          <p:cNvCxnSpPr/>
          <p:nvPr/>
        </p:nvCxnSpPr>
        <p:spPr>
          <a:xfrm>
            <a:off x="-2697" y="4518362"/>
            <a:ext cx="12186509" cy="82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66">
            <a:extLst>
              <a:ext uri="{FF2B5EF4-FFF2-40B4-BE49-F238E27FC236}">
                <a16:creationId xmlns:a16="http://schemas.microsoft.com/office/drawing/2014/main" id="{A4E3E912-DB39-3039-A95D-DD2434157C0A}"/>
              </a:ext>
            </a:extLst>
          </p:cNvPr>
          <p:cNvSpPr/>
          <p:nvPr/>
        </p:nvSpPr>
        <p:spPr>
          <a:xfrm rot="10800000">
            <a:off x="6187242" y="2990003"/>
            <a:ext cx="5187112" cy="1456179"/>
          </a:xfrm>
          <a:custGeom>
            <a:avLst/>
            <a:gdLst/>
            <a:ahLst/>
            <a:cxnLst/>
            <a:rect l="l" t="t" r="r" b="b"/>
            <a:pathLst>
              <a:path w="511562" h="439528">
                <a:moveTo>
                  <a:pt x="39859" y="0"/>
                </a:moveTo>
                <a:lnTo>
                  <a:pt x="471703" y="0"/>
                </a:lnTo>
                <a:cubicBezTo>
                  <a:pt x="482275" y="0"/>
                  <a:pt x="492413" y="4199"/>
                  <a:pt x="499888" y="11674"/>
                </a:cubicBezTo>
                <a:cubicBezTo>
                  <a:pt x="507363" y="19149"/>
                  <a:pt x="511562" y="29288"/>
                  <a:pt x="511562" y="39859"/>
                </a:cubicBezTo>
                <a:lnTo>
                  <a:pt x="511562" y="399669"/>
                </a:lnTo>
                <a:cubicBezTo>
                  <a:pt x="511562" y="410240"/>
                  <a:pt x="507363" y="420378"/>
                  <a:pt x="499888" y="427853"/>
                </a:cubicBezTo>
                <a:cubicBezTo>
                  <a:pt x="492413" y="435328"/>
                  <a:pt x="482275" y="439528"/>
                  <a:pt x="471703" y="439528"/>
                </a:cubicBezTo>
                <a:lnTo>
                  <a:pt x="39859" y="439528"/>
                </a:lnTo>
                <a:cubicBezTo>
                  <a:pt x="29288" y="439528"/>
                  <a:pt x="19149" y="435328"/>
                  <a:pt x="11674" y="427853"/>
                </a:cubicBezTo>
                <a:cubicBezTo>
                  <a:pt x="4199" y="420378"/>
                  <a:pt x="0" y="410240"/>
                  <a:pt x="0" y="399669"/>
                </a:cubicBezTo>
                <a:lnTo>
                  <a:pt x="0" y="39859"/>
                </a:lnTo>
                <a:cubicBezTo>
                  <a:pt x="0" y="29288"/>
                  <a:pt x="4199" y="19149"/>
                  <a:pt x="11674" y="11674"/>
                </a:cubicBezTo>
                <a:cubicBezTo>
                  <a:pt x="19149" y="4199"/>
                  <a:pt x="29288" y="0"/>
                  <a:pt x="3985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noFill/>
            <a:prstDash val="solid"/>
            <a:miter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TextBox 81">
            <a:extLst>
              <a:ext uri="{FF2B5EF4-FFF2-40B4-BE49-F238E27FC236}">
                <a16:creationId xmlns:a16="http://schemas.microsoft.com/office/drawing/2014/main" id="{D48C0C98-A250-17C9-1CDA-A2BE751C16E4}"/>
              </a:ext>
            </a:extLst>
          </p:cNvPr>
          <p:cNvSpPr txBox="1"/>
          <p:nvPr/>
        </p:nvSpPr>
        <p:spPr>
          <a:xfrm>
            <a:off x="6342105" y="3035301"/>
            <a:ext cx="5039537" cy="124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>
                <a:latin typeface="Aptos"/>
              </a:rPr>
              <a:t>Recurring Costs </a:t>
            </a:r>
            <a:br>
              <a:rPr lang="en-US" sz="1600" b="1">
                <a:latin typeface="Aptos"/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Maintenance &amp; updates ➜ </a:t>
            </a:r>
            <a:r>
              <a:rPr lang="en-US" sz="1600" b="1">
                <a:solidFill>
                  <a:schemeClr val="accent2"/>
                </a:solidFill>
                <a:ea typeface="+mn-lt"/>
                <a:cs typeface="+mn-lt"/>
              </a:rPr>
              <a:t>€400- €700/month</a:t>
            </a:r>
          </a:p>
          <a:p>
            <a:endParaRPr lang="en-US" sz="1500">
              <a:ea typeface="+mn-lt"/>
              <a:cs typeface="+mn-lt"/>
            </a:endParaRPr>
          </a:p>
          <a:p>
            <a:r>
              <a:rPr lang="en-US" sz="1500">
                <a:ea typeface="+mn-lt"/>
                <a:cs typeface="+mn-lt"/>
              </a:rPr>
              <a:t>Usage-based micro-fees (per API request) </a:t>
            </a:r>
            <a:r>
              <a:rPr lang="en-US" sz="1000">
                <a:ea typeface="+mn-lt"/>
                <a:cs typeface="+mn-lt"/>
              </a:rPr>
              <a:t> </a:t>
            </a:r>
            <a:r>
              <a:rPr lang="en-US" sz="1500">
                <a:ea typeface="+mn-lt"/>
                <a:cs typeface="+mn-lt"/>
              </a:rPr>
              <a:t>➜ Less than one cent per 100 requests</a:t>
            </a:r>
            <a:endParaRPr lang="en-US" sz="1500"/>
          </a:p>
        </p:txBody>
      </p:sp>
      <p:sp>
        <p:nvSpPr>
          <p:cNvPr id="13" name="Freeform 66">
            <a:extLst>
              <a:ext uri="{FF2B5EF4-FFF2-40B4-BE49-F238E27FC236}">
                <a16:creationId xmlns:a16="http://schemas.microsoft.com/office/drawing/2014/main" id="{EC1B8784-BFFE-7237-D36C-03F83E4CB6A7}"/>
              </a:ext>
            </a:extLst>
          </p:cNvPr>
          <p:cNvSpPr/>
          <p:nvPr/>
        </p:nvSpPr>
        <p:spPr>
          <a:xfrm>
            <a:off x="3018883" y="5460958"/>
            <a:ext cx="1283755" cy="387642"/>
          </a:xfrm>
          <a:custGeom>
            <a:avLst/>
            <a:gdLst/>
            <a:ahLst/>
            <a:cxnLst/>
            <a:rect l="l" t="t" r="r" b="b"/>
            <a:pathLst>
              <a:path w="511562" h="439528">
                <a:moveTo>
                  <a:pt x="39859" y="0"/>
                </a:moveTo>
                <a:lnTo>
                  <a:pt x="471703" y="0"/>
                </a:lnTo>
                <a:cubicBezTo>
                  <a:pt x="482275" y="0"/>
                  <a:pt x="492413" y="4199"/>
                  <a:pt x="499888" y="11674"/>
                </a:cubicBezTo>
                <a:cubicBezTo>
                  <a:pt x="507363" y="19149"/>
                  <a:pt x="511562" y="29288"/>
                  <a:pt x="511562" y="39859"/>
                </a:cubicBezTo>
                <a:lnTo>
                  <a:pt x="511562" y="399669"/>
                </a:lnTo>
                <a:cubicBezTo>
                  <a:pt x="511562" y="410240"/>
                  <a:pt x="507363" y="420378"/>
                  <a:pt x="499888" y="427853"/>
                </a:cubicBezTo>
                <a:cubicBezTo>
                  <a:pt x="492413" y="435328"/>
                  <a:pt x="482275" y="439528"/>
                  <a:pt x="471703" y="439528"/>
                </a:cubicBezTo>
                <a:lnTo>
                  <a:pt x="39859" y="439528"/>
                </a:lnTo>
                <a:cubicBezTo>
                  <a:pt x="29288" y="439528"/>
                  <a:pt x="19149" y="435328"/>
                  <a:pt x="11674" y="427853"/>
                </a:cubicBezTo>
                <a:cubicBezTo>
                  <a:pt x="4199" y="420378"/>
                  <a:pt x="0" y="410240"/>
                  <a:pt x="0" y="399669"/>
                </a:cubicBezTo>
                <a:lnTo>
                  <a:pt x="0" y="39859"/>
                </a:lnTo>
                <a:cubicBezTo>
                  <a:pt x="0" y="29288"/>
                  <a:pt x="4199" y="19149"/>
                  <a:pt x="11674" y="11674"/>
                </a:cubicBezTo>
                <a:cubicBezTo>
                  <a:pt x="19149" y="4199"/>
                  <a:pt x="29288" y="0"/>
                  <a:pt x="39859" y="0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ARTEFACT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14" name="Freeform 66">
            <a:extLst>
              <a:ext uri="{FF2B5EF4-FFF2-40B4-BE49-F238E27FC236}">
                <a16:creationId xmlns:a16="http://schemas.microsoft.com/office/drawing/2014/main" id="{30F02108-463E-AF40-3D57-C4259526AA56}"/>
              </a:ext>
            </a:extLst>
          </p:cNvPr>
          <p:cNvSpPr/>
          <p:nvPr/>
        </p:nvSpPr>
        <p:spPr>
          <a:xfrm>
            <a:off x="550863" y="5430067"/>
            <a:ext cx="1482835" cy="449424"/>
          </a:xfrm>
          <a:custGeom>
            <a:avLst/>
            <a:gdLst/>
            <a:ahLst/>
            <a:cxnLst/>
            <a:rect l="l" t="t" r="r" b="b"/>
            <a:pathLst>
              <a:path w="511562" h="439528">
                <a:moveTo>
                  <a:pt x="39859" y="0"/>
                </a:moveTo>
                <a:lnTo>
                  <a:pt x="471703" y="0"/>
                </a:lnTo>
                <a:cubicBezTo>
                  <a:pt x="482275" y="0"/>
                  <a:pt x="492413" y="4199"/>
                  <a:pt x="499888" y="11674"/>
                </a:cubicBezTo>
                <a:cubicBezTo>
                  <a:pt x="507363" y="19149"/>
                  <a:pt x="511562" y="29288"/>
                  <a:pt x="511562" y="39859"/>
                </a:cubicBezTo>
                <a:lnTo>
                  <a:pt x="511562" y="399669"/>
                </a:lnTo>
                <a:cubicBezTo>
                  <a:pt x="511562" y="410240"/>
                  <a:pt x="507363" y="420378"/>
                  <a:pt x="499888" y="427853"/>
                </a:cubicBezTo>
                <a:cubicBezTo>
                  <a:pt x="492413" y="435328"/>
                  <a:pt x="482275" y="439528"/>
                  <a:pt x="471703" y="439528"/>
                </a:cubicBezTo>
                <a:lnTo>
                  <a:pt x="39859" y="439528"/>
                </a:lnTo>
                <a:cubicBezTo>
                  <a:pt x="29288" y="439528"/>
                  <a:pt x="19149" y="435328"/>
                  <a:pt x="11674" y="427853"/>
                </a:cubicBezTo>
                <a:cubicBezTo>
                  <a:pt x="4199" y="420378"/>
                  <a:pt x="0" y="410240"/>
                  <a:pt x="0" y="399669"/>
                </a:cubicBezTo>
                <a:lnTo>
                  <a:pt x="0" y="39859"/>
                </a:lnTo>
                <a:cubicBezTo>
                  <a:pt x="0" y="29288"/>
                  <a:pt x="4199" y="19149"/>
                  <a:pt x="11674" y="11674"/>
                </a:cubicBezTo>
                <a:cubicBezTo>
                  <a:pt x="19149" y="4199"/>
                  <a:pt x="29288" y="0"/>
                  <a:pt x="39859" y="0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EKIMETRICS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15" name="Freeform 66">
            <a:extLst>
              <a:ext uri="{FF2B5EF4-FFF2-40B4-BE49-F238E27FC236}">
                <a16:creationId xmlns:a16="http://schemas.microsoft.com/office/drawing/2014/main" id="{4C3C9753-8B50-87CF-8C78-E06279F87AE4}"/>
              </a:ext>
            </a:extLst>
          </p:cNvPr>
          <p:cNvSpPr/>
          <p:nvPr/>
        </p:nvSpPr>
        <p:spPr>
          <a:xfrm>
            <a:off x="5287823" y="5447229"/>
            <a:ext cx="1482835" cy="415101"/>
          </a:xfrm>
          <a:custGeom>
            <a:avLst/>
            <a:gdLst/>
            <a:ahLst/>
            <a:cxnLst/>
            <a:rect l="l" t="t" r="r" b="b"/>
            <a:pathLst>
              <a:path w="511562" h="439528">
                <a:moveTo>
                  <a:pt x="39859" y="0"/>
                </a:moveTo>
                <a:lnTo>
                  <a:pt x="471703" y="0"/>
                </a:lnTo>
                <a:cubicBezTo>
                  <a:pt x="482275" y="0"/>
                  <a:pt x="492413" y="4199"/>
                  <a:pt x="499888" y="11674"/>
                </a:cubicBezTo>
                <a:cubicBezTo>
                  <a:pt x="507363" y="19149"/>
                  <a:pt x="511562" y="29288"/>
                  <a:pt x="511562" y="39859"/>
                </a:cubicBezTo>
                <a:lnTo>
                  <a:pt x="511562" y="399669"/>
                </a:lnTo>
                <a:cubicBezTo>
                  <a:pt x="511562" y="410240"/>
                  <a:pt x="507363" y="420378"/>
                  <a:pt x="499888" y="427853"/>
                </a:cubicBezTo>
                <a:cubicBezTo>
                  <a:pt x="492413" y="435328"/>
                  <a:pt x="482275" y="439528"/>
                  <a:pt x="471703" y="439528"/>
                </a:cubicBezTo>
                <a:lnTo>
                  <a:pt x="39859" y="439528"/>
                </a:lnTo>
                <a:cubicBezTo>
                  <a:pt x="29288" y="439528"/>
                  <a:pt x="19149" y="435328"/>
                  <a:pt x="11674" y="427853"/>
                </a:cubicBezTo>
                <a:cubicBezTo>
                  <a:pt x="4199" y="420378"/>
                  <a:pt x="0" y="410240"/>
                  <a:pt x="0" y="399669"/>
                </a:cubicBezTo>
                <a:lnTo>
                  <a:pt x="0" y="39859"/>
                </a:lnTo>
                <a:cubicBezTo>
                  <a:pt x="0" y="29288"/>
                  <a:pt x="4199" y="19149"/>
                  <a:pt x="11674" y="11674"/>
                </a:cubicBezTo>
                <a:cubicBezTo>
                  <a:pt x="19149" y="4199"/>
                  <a:pt x="29288" y="0"/>
                  <a:pt x="39859" y="0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CAPGEMINI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16" name="Freeform 66">
            <a:extLst>
              <a:ext uri="{FF2B5EF4-FFF2-40B4-BE49-F238E27FC236}">
                <a16:creationId xmlns:a16="http://schemas.microsoft.com/office/drawing/2014/main" id="{F6188D2A-52FA-7590-9293-DB00EB698F70}"/>
              </a:ext>
            </a:extLst>
          </p:cNvPr>
          <p:cNvSpPr/>
          <p:nvPr/>
        </p:nvSpPr>
        <p:spPr>
          <a:xfrm>
            <a:off x="10107159" y="5447229"/>
            <a:ext cx="1318079" cy="415101"/>
          </a:xfrm>
          <a:custGeom>
            <a:avLst/>
            <a:gdLst/>
            <a:ahLst/>
            <a:cxnLst/>
            <a:rect l="l" t="t" r="r" b="b"/>
            <a:pathLst>
              <a:path w="511562" h="439528">
                <a:moveTo>
                  <a:pt x="39859" y="0"/>
                </a:moveTo>
                <a:lnTo>
                  <a:pt x="471703" y="0"/>
                </a:lnTo>
                <a:cubicBezTo>
                  <a:pt x="482275" y="0"/>
                  <a:pt x="492413" y="4199"/>
                  <a:pt x="499888" y="11674"/>
                </a:cubicBezTo>
                <a:cubicBezTo>
                  <a:pt x="507363" y="19149"/>
                  <a:pt x="511562" y="29288"/>
                  <a:pt x="511562" y="39859"/>
                </a:cubicBezTo>
                <a:lnTo>
                  <a:pt x="511562" y="399669"/>
                </a:lnTo>
                <a:cubicBezTo>
                  <a:pt x="511562" y="410240"/>
                  <a:pt x="507363" y="420378"/>
                  <a:pt x="499888" y="427853"/>
                </a:cubicBezTo>
                <a:cubicBezTo>
                  <a:pt x="492413" y="435328"/>
                  <a:pt x="482275" y="439528"/>
                  <a:pt x="471703" y="439528"/>
                </a:cubicBezTo>
                <a:lnTo>
                  <a:pt x="39859" y="439528"/>
                </a:lnTo>
                <a:cubicBezTo>
                  <a:pt x="29288" y="439528"/>
                  <a:pt x="19149" y="435328"/>
                  <a:pt x="11674" y="427853"/>
                </a:cubicBezTo>
                <a:cubicBezTo>
                  <a:pt x="4199" y="420378"/>
                  <a:pt x="0" y="410240"/>
                  <a:pt x="0" y="399669"/>
                </a:cubicBezTo>
                <a:lnTo>
                  <a:pt x="0" y="39859"/>
                </a:lnTo>
                <a:cubicBezTo>
                  <a:pt x="0" y="29288"/>
                  <a:pt x="4199" y="19149"/>
                  <a:pt x="11674" y="11674"/>
                </a:cubicBezTo>
                <a:cubicBezTo>
                  <a:pt x="19149" y="4199"/>
                  <a:pt x="29288" y="0"/>
                  <a:pt x="39859" y="0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en-US" sz="1700" b="1" i="1">
                <a:solidFill>
                  <a:schemeClr val="bg1"/>
                </a:solidFill>
              </a:rPr>
              <a:t>...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17" name="Freeform 66">
            <a:extLst>
              <a:ext uri="{FF2B5EF4-FFF2-40B4-BE49-F238E27FC236}">
                <a16:creationId xmlns:a16="http://schemas.microsoft.com/office/drawing/2014/main" id="{79E1C864-247E-847E-B2E3-4EB24AD8D841}"/>
              </a:ext>
            </a:extLst>
          </p:cNvPr>
          <p:cNvSpPr/>
          <p:nvPr/>
        </p:nvSpPr>
        <p:spPr>
          <a:xfrm>
            <a:off x="7755842" y="5440364"/>
            <a:ext cx="1366133" cy="428830"/>
          </a:xfrm>
          <a:custGeom>
            <a:avLst/>
            <a:gdLst/>
            <a:ahLst/>
            <a:cxnLst/>
            <a:rect l="l" t="t" r="r" b="b"/>
            <a:pathLst>
              <a:path w="511562" h="439528">
                <a:moveTo>
                  <a:pt x="39859" y="0"/>
                </a:moveTo>
                <a:lnTo>
                  <a:pt x="471703" y="0"/>
                </a:lnTo>
                <a:cubicBezTo>
                  <a:pt x="482275" y="0"/>
                  <a:pt x="492413" y="4199"/>
                  <a:pt x="499888" y="11674"/>
                </a:cubicBezTo>
                <a:cubicBezTo>
                  <a:pt x="507363" y="19149"/>
                  <a:pt x="511562" y="29288"/>
                  <a:pt x="511562" y="39859"/>
                </a:cubicBezTo>
                <a:lnTo>
                  <a:pt x="511562" y="399669"/>
                </a:lnTo>
                <a:cubicBezTo>
                  <a:pt x="511562" y="410240"/>
                  <a:pt x="507363" y="420378"/>
                  <a:pt x="499888" y="427853"/>
                </a:cubicBezTo>
                <a:cubicBezTo>
                  <a:pt x="492413" y="435328"/>
                  <a:pt x="482275" y="439528"/>
                  <a:pt x="471703" y="439528"/>
                </a:cubicBezTo>
                <a:lnTo>
                  <a:pt x="39859" y="439528"/>
                </a:lnTo>
                <a:cubicBezTo>
                  <a:pt x="29288" y="439528"/>
                  <a:pt x="19149" y="435328"/>
                  <a:pt x="11674" y="427853"/>
                </a:cubicBezTo>
                <a:cubicBezTo>
                  <a:pt x="4199" y="420378"/>
                  <a:pt x="0" y="410240"/>
                  <a:pt x="0" y="399669"/>
                </a:cubicBezTo>
                <a:lnTo>
                  <a:pt x="0" y="39859"/>
                </a:lnTo>
                <a:cubicBezTo>
                  <a:pt x="0" y="29288"/>
                  <a:pt x="4199" y="19149"/>
                  <a:pt x="11674" y="11674"/>
                </a:cubicBezTo>
                <a:cubicBezTo>
                  <a:pt x="19149" y="4199"/>
                  <a:pt x="29288" y="0"/>
                  <a:pt x="39859" y="0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QOLAIG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" name="Freeform 66">
            <a:extLst>
              <a:ext uri="{FF2B5EF4-FFF2-40B4-BE49-F238E27FC236}">
                <a16:creationId xmlns:a16="http://schemas.microsoft.com/office/drawing/2014/main" id="{ACE54262-1B05-C351-27EB-43C189140AF1}"/>
              </a:ext>
            </a:extLst>
          </p:cNvPr>
          <p:cNvSpPr/>
          <p:nvPr/>
        </p:nvSpPr>
        <p:spPr>
          <a:xfrm>
            <a:off x="4119527" y="2383536"/>
            <a:ext cx="2707679" cy="477645"/>
          </a:xfrm>
          <a:custGeom>
            <a:avLst/>
            <a:gdLst/>
            <a:ahLst/>
            <a:cxnLst/>
            <a:rect l="l" t="t" r="r" b="b"/>
            <a:pathLst>
              <a:path w="511562" h="439528">
                <a:moveTo>
                  <a:pt x="39859" y="0"/>
                </a:moveTo>
                <a:lnTo>
                  <a:pt x="471703" y="0"/>
                </a:lnTo>
                <a:cubicBezTo>
                  <a:pt x="482275" y="0"/>
                  <a:pt x="492413" y="4199"/>
                  <a:pt x="499888" y="11674"/>
                </a:cubicBezTo>
                <a:cubicBezTo>
                  <a:pt x="507363" y="19149"/>
                  <a:pt x="511562" y="29288"/>
                  <a:pt x="511562" y="39859"/>
                </a:cubicBezTo>
                <a:lnTo>
                  <a:pt x="511562" y="399669"/>
                </a:lnTo>
                <a:cubicBezTo>
                  <a:pt x="511562" y="410240"/>
                  <a:pt x="507363" y="420378"/>
                  <a:pt x="499888" y="427853"/>
                </a:cubicBezTo>
                <a:cubicBezTo>
                  <a:pt x="492413" y="435328"/>
                  <a:pt x="482275" y="439528"/>
                  <a:pt x="471703" y="439528"/>
                </a:cubicBezTo>
                <a:lnTo>
                  <a:pt x="39859" y="439528"/>
                </a:lnTo>
                <a:cubicBezTo>
                  <a:pt x="29288" y="439528"/>
                  <a:pt x="19149" y="435328"/>
                  <a:pt x="11674" y="427853"/>
                </a:cubicBezTo>
                <a:cubicBezTo>
                  <a:pt x="4199" y="420378"/>
                  <a:pt x="0" y="410240"/>
                  <a:pt x="0" y="399669"/>
                </a:cubicBezTo>
                <a:lnTo>
                  <a:pt x="0" y="39859"/>
                </a:lnTo>
                <a:cubicBezTo>
                  <a:pt x="0" y="29288"/>
                  <a:pt x="4199" y="19149"/>
                  <a:pt x="11674" y="11674"/>
                </a:cubicBezTo>
                <a:cubicBezTo>
                  <a:pt x="19149" y="4199"/>
                  <a:pt x="29288" y="0"/>
                  <a:pt x="39859" y="0"/>
                </a:cubicBezTo>
                <a:close/>
              </a:path>
            </a:pathLst>
          </a:custGeom>
          <a:solidFill>
            <a:schemeClr val="tx1"/>
          </a:solidFill>
          <a:ln w="19050" cap="sq">
            <a:solidFill>
              <a:srgbClr val="2A2F32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Competitive market pricing</a:t>
            </a:r>
            <a:endParaRPr lang="fr-FR" sz="1600"/>
          </a:p>
        </p:txBody>
      </p:sp>
      <p:sp>
        <p:nvSpPr>
          <p:cNvPr id="4" name="Freeform 66">
            <a:extLst>
              <a:ext uri="{FF2B5EF4-FFF2-40B4-BE49-F238E27FC236}">
                <a16:creationId xmlns:a16="http://schemas.microsoft.com/office/drawing/2014/main" id="{5C557178-4118-2AB4-D92B-07C7E6AC8841}"/>
              </a:ext>
            </a:extLst>
          </p:cNvPr>
          <p:cNvSpPr/>
          <p:nvPr/>
        </p:nvSpPr>
        <p:spPr>
          <a:xfrm>
            <a:off x="450639" y="2411758"/>
            <a:ext cx="2312568" cy="449424"/>
          </a:xfrm>
          <a:custGeom>
            <a:avLst/>
            <a:gdLst/>
            <a:ahLst/>
            <a:cxnLst/>
            <a:rect l="l" t="t" r="r" b="b"/>
            <a:pathLst>
              <a:path w="511562" h="439528">
                <a:moveTo>
                  <a:pt x="39859" y="0"/>
                </a:moveTo>
                <a:lnTo>
                  <a:pt x="471703" y="0"/>
                </a:lnTo>
                <a:cubicBezTo>
                  <a:pt x="482275" y="0"/>
                  <a:pt x="492413" y="4199"/>
                  <a:pt x="499888" y="11674"/>
                </a:cubicBezTo>
                <a:cubicBezTo>
                  <a:pt x="507363" y="19149"/>
                  <a:pt x="511562" y="29288"/>
                  <a:pt x="511562" y="39859"/>
                </a:cubicBezTo>
                <a:lnTo>
                  <a:pt x="511562" y="399669"/>
                </a:lnTo>
                <a:cubicBezTo>
                  <a:pt x="511562" y="410240"/>
                  <a:pt x="507363" y="420378"/>
                  <a:pt x="499888" y="427853"/>
                </a:cubicBezTo>
                <a:cubicBezTo>
                  <a:pt x="492413" y="435328"/>
                  <a:pt x="482275" y="439528"/>
                  <a:pt x="471703" y="439528"/>
                </a:cubicBezTo>
                <a:lnTo>
                  <a:pt x="39859" y="439528"/>
                </a:lnTo>
                <a:cubicBezTo>
                  <a:pt x="29288" y="439528"/>
                  <a:pt x="19149" y="435328"/>
                  <a:pt x="11674" y="427853"/>
                </a:cubicBezTo>
                <a:cubicBezTo>
                  <a:pt x="4199" y="420378"/>
                  <a:pt x="0" y="410240"/>
                  <a:pt x="0" y="399669"/>
                </a:cubicBezTo>
                <a:lnTo>
                  <a:pt x="0" y="39859"/>
                </a:lnTo>
                <a:cubicBezTo>
                  <a:pt x="0" y="29288"/>
                  <a:pt x="4199" y="19149"/>
                  <a:pt x="11674" y="11674"/>
                </a:cubicBezTo>
                <a:cubicBezTo>
                  <a:pt x="19149" y="4199"/>
                  <a:pt x="29288" y="0"/>
                  <a:pt x="39859" y="0"/>
                </a:cubicBezTo>
                <a:close/>
              </a:path>
            </a:pathLst>
          </a:custGeom>
          <a:solidFill>
            <a:schemeClr val="tx1"/>
          </a:solidFill>
          <a:ln w="19050" cap="sq">
            <a:solidFill>
              <a:srgbClr val="2A2F32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Expert-based estimate</a:t>
            </a:r>
            <a:endParaRPr lang="fr-FR" sz="1600"/>
          </a:p>
        </p:txBody>
      </p:sp>
      <p:sp>
        <p:nvSpPr>
          <p:cNvPr id="19" name="Freeform 66">
            <a:extLst>
              <a:ext uri="{FF2B5EF4-FFF2-40B4-BE49-F238E27FC236}">
                <a16:creationId xmlns:a16="http://schemas.microsoft.com/office/drawing/2014/main" id="{9EA4C555-7DDE-BC6E-AADA-0EA85FED60AA}"/>
              </a:ext>
            </a:extLst>
          </p:cNvPr>
          <p:cNvSpPr/>
          <p:nvPr/>
        </p:nvSpPr>
        <p:spPr>
          <a:xfrm>
            <a:off x="2651973" y="2925403"/>
            <a:ext cx="2148880" cy="443779"/>
          </a:xfrm>
          <a:custGeom>
            <a:avLst/>
            <a:gdLst/>
            <a:ahLst/>
            <a:cxnLst/>
            <a:rect l="l" t="t" r="r" b="b"/>
            <a:pathLst>
              <a:path w="511562" h="439528">
                <a:moveTo>
                  <a:pt x="39859" y="0"/>
                </a:moveTo>
                <a:lnTo>
                  <a:pt x="471703" y="0"/>
                </a:lnTo>
                <a:cubicBezTo>
                  <a:pt x="482275" y="0"/>
                  <a:pt x="492413" y="4199"/>
                  <a:pt x="499888" y="11674"/>
                </a:cubicBezTo>
                <a:cubicBezTo>
                  <a:pt x="507363" y="19149"/>
                  <a:pt x="511562" y="29288"/>
                  <a:pt x="511562" y="39859"/>
                </a:cubicBezTo>
                <a:lnTo>
                  <a:pt x="511562" y="399669"/>
                </a:lnTo>
                <a:cubicBezTo>
                  <a:pt x="511562" y="410240"/>
                  <a:pt x="507363" y="420378"/>
                  <a:pt x="499888" y="427853"/>
                </a:cubicBezTo>
                <a:cubicBezTo>
                  <a:pt x="492413" y="435328"/>
                  <a:pt x="482275" y="439528"/>
                  <a:pt x="471703" y="439528"/>
                </a:cubicBezTo>
                <a:lnTo>
                  <a:pt x="39859" y="439528"/>
                </a:lnTo>
                <a:cubicBezTo>
                  <a:pt x="29288" y="439528"/>
                  <a:pt x="19149" y="435328"/>
                  <a:pt x="11674" y="427853"/>
                </a:cubicBezTo>
                <a:cubicBezTo>
                  <a:pt x="4199" y="420378"/>
                  <a:pt x="0" y="410240"/>
                  <a:pt x="0" y="399669"/>
                </a:cubicBezTo>
                <a:lnTo>
                  <a:pt x="0" y="39859"/>
                </a:lnTo>
                <a:cubicBezTo>
                  <a:pt x="0" y="29288"/>
                  <a:pt x="4199" y="19149"/>
                  <a:pt x="11674" y="11674"/>
                </a:cubicBezTo>
                <a:cubicBezTo>
                  <a:pt x="19149" y="4199"/>
                  <a:pt x="29288" y="0"/>
                  <a:pt x="39859" y="0"/>
                </a:cubicBezTo>
                <a:close/>
              </a:path>
            </a:pathLst>
          </a:custGeom>
          <a:solidFill>
            <a:schemeClr val="tx1"/>
          </a:solidFill>
          <a:ln w="19050" cap="sq">
            <a:solidFill>
              <a:srgbClr val="2A2F32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Moderate complexity</a:t>
            </a:r>
            <a:endParaRPr lang="fr-FR" sz="160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ECDD9C38-51B7-0B6B-3F45-2146EE48D942}"/>
              </a:ext>
            </a:extLst>
          </p:cNvPr>
          <p:cNvCxnSpPr/>
          <p:nvPr/>
        </p:nvCxnSpPr>
        <p:spPr>
          <a:xfrm flipH="1">
            <a:off x="1626245" y="2031306"/>
            <a:ext cx="1727199" cy="35560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10BB5C0-BC4D-D088-D167-2E1132E81A1D}"/>
              </a:ext>
            </a:extLst>
          </p:cNvPr>
          <p:cNvCxnSpPr>
            <a:cxnSpLocks/>
          </p:cNvCxnSpPr>
          <p:nvPr/>
        </p:nvCxnSpPr>
        <p:spPr>
          <a:xfrm>
            <a:off x="3387312" y="1963575"/>
            <a:ext cx="5644" cy="97084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E7573DAB-6377-7456-073C-EC1B69238238}"/>
              </a:ext>
            </a:extLst>
          </p:cNvPr>
          <p:cNvCxnSpPr>
            <a:cxnSpLocks/>
          </p:cNvCxnSpPr>
          <p:nvPr/>
        </p:nvCxnSpPr>
        <p:spPr>
          <a:xfrm>
            <a:off x="3415534" y="2036952"/>
            <a:ext cx="1975557" cy="3104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440FBAE1-66C4-32E7-12EB-4CE6B23CC866}"/>
              </a:ext>
            </a:extLst>
          </p:cNvPr>
          <p:cNvSpPr/>
          <p:nvPr/>
        </p:nvSpPr>
        <p:spPr>
          <a:xfrm>
            <a:off x="3298762" y="1965335"/>
            <a:ext cx="186268" cy="9595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Graphique 25" descr="Tirelire avec un remplissage uni">
            <a:extLst>
              <a:ext uri="{FF2B5EF4-FFF2-40B4-BE49-F238E27FC236}">
                <a16:creationId xmlns:a16="http://schemas.microsoft.com/office/drawing/2014/main" id="{C8E1E248-0E4B-7544-1B13-D7E53030C3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5472" y="3051629"/>
            <a:ext cx="567871" cy="567871"/>
          </a:xfrm>
          <a:prstGeom prst="rect">
            <a:avLst/>
          </a:prstGeom>
        </p:spPr>
      </p:pic>
      <p:pic>
        <p:nvPicPr>
          <p:cNvPr id="27" name="Graphique 26" descr="Illustrateur avec un remplissage uni">
            <a:extLst>
              <a:ext uri="{FF2B5EF4-FFF2-40B4-BE49-F238E27FC236}">
                <a16:creationId xmlns:a16="http://schemas.microsoft.com/office/drawing/2014/main" id="{44411EA5-F4D6-6354-5FB2-975085332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4829" y="1159240"/>
            <a:ext cx="914400" cy="914400"/>
          </a:xfrm>
          <a:prstGeom prst="rect">
            <a:avLst/>
          </a:prstGeom>
        </p:spPr>
      </p:pic>
      <p:pic>
        <p:nvPicPr>
          <p:cNvPr id="28" name="Graphique 27" descr="Théâtre avec un remplissage uni">
            <a:extLst>
              <a:ext uri="{FF2B5EF4-FFF2-40B4-BE49-F238E27FC236}">
                <a16:creationId xmlns:a16="http://schemas.microsoft.com/office/drawing/2014/main" id="{654F4A68-A45F-FC73-D020-4E6049F8C4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7671" y="45219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64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F180D-1B3A-CC20-1FBD-5377DACF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E870-1EC7-DDFD-1A3C-119964CB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0" y="354284"/>
            <a:ext cx="10515600" cy="701954"/>
          </a:xfrm>
        </p:spPr>
        <p:txBody>
          <a:bodyPr>
            <a:normAutofit/>
          </a:bodyPr>
          <a:lstStyle/>
          <a:p>
            <a:r>
              <a:rPr lang="en-FR" sz="3200" b="1"/>
              <a:t>Roadmap</a:t>
            </a:r>
            <a:r>
              <a:rPr lang="en-FR" sz="3200" b="1">
                <a:solidFill>
                  <a:schemeClr val="bg1"/>
                </a:solidFill>
              </a:rPr>
              <a:t> of content</a:t>
            </a:r>
          </a:p>
        </p:txBody>
      </p:sp>
      <p:grpSp>
        <p:nvGrpSpPr>
          <p:cNvPr id="46" name="Group 20">
            <a:extLst>
              <a:ext uri="{FF2B5EF4-FFF2-40B4-BE49-F238E27FC236}">
                <a16:creationId xmlns:a16="http://schemas.microsoft.com/office/drawing/2014/main" id="{3B0FA118-E7C2-4B75-7DEC-DA56F1C24BAB}"/>
              </a:ext>
            </a:extLst>
          </p:cNvPr>
          <p:cNvGrpSpPr/>
          <p:nvPr/>
        </p:nvGrpSpPr>
        <p:grpSpPr>
          <a:xfrm>
            <a:off x="1795627" y="1319558"/>
            <a:ext cx="9592059" cy="728272"/>
            <a:chOff x="0" y="-38100"/>
            <a:chExt cx="3588448" cy="240036"/>
          </a:xfrm>
        </p:grpSpPr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D6F34A6F-CC85-B1BA-3883-EF895AAF08D0}"/>
                </a:ext>
              </a:extLst>
            </p:cNvPr>
            <p:cNvSpPr/>
            <p:nvPr/>
          </p:nvSpPr>
          <p:spPr>
            <a:xfrm>
              <a:off x="0" y="0"/>
              <a:ext cx="3588448" cy="201936"/>
            </a:xfrm>
            <a:custGeom>
              <a:avLst/>
              <a:gdLst/>
              <a:ahLst/>
              <a:cxnLst/>
              <a:rect l="l" t="t" r="r" b="b"/>
              <a:pathLst>
                <a:path w="3588448" h="201936">
                  <a:moveTo>
                    <a:pt x="13380" y="0"/>
                  </a:moveTo>
                  <a:lnTo>
                    <a:pt x="3575068" y="0"/>
                  </a:lnTo>
                  <a:cubicBezTo>
                    <a:pt x="3582457" y="0"/>
                    <a:pt x="3588448" y="5990"/>
                    <a:pt x="3588448" y="13380"/>
                  </a:cubicBezTo>
                  <a:lnTo>
                    <a:pt x="3588448" y="188556"/>
                  </a:lnTo>
                  <a:cubicBezTo>
                    <a:pt x="3588448" y="195946"/>
                    <a:pt x="3582457" y="201936"/>
                    <a:pt x="3575068" y="201936"/>
                  </a:cubicBezTo>
                  <a:lnTo>
                    <a:pt x="13380" y="201936"/>
                  </a:lnTo>
                  <a:cubicBezTo>
                    <a:pt x="5990" y="201936"/>
                    <a:pt x="0" y="195946"/>
                    <a:pt x="0" y="188556"/>
                  </a:cubicBezTo>
                  <a:lnTo>
                    <a:pt x="0" y="13380"/>
                  </a:lnTo>
                  <a:cubicBezTo>
                    <a:pt x="0" y="5990"/>
                    <a:pt x="5990" y="0"/>
                    <a:pt x="1338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22">
              <a:extLst>
                <a:ext uri="{FF2B5EF4-FFF2-40B4-BE49-F238E27FC236}">
                  <a16:creationId xmlns:a16="http://schemas.microsoft.com/office/drawing/2014/main" id="{6B7054F6-5060-A487-C4D3-691D57361A35}"/>
                </a:ext>
              </a:extLst>
            </p:cNvPr>
            <p:cNvSpPr txBox="1"/>
            <p:nvPr/>
          </p:nvSpPr>
          <p:spPr>
            <a:xfrm>
              <a:off x="0" y="-38100"/>
              <a:ext cx="3588447" cy="240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endParaRPr/>
            </a:p>
          </p:txBody>
        </p:sp>
      </p:grpSp>
      <p:grpSp>
        <p:nvGrpSpPr>
          <p:cNvPr id="49" name="Group 23">
            <a:extLst>
              <a:ext uri="{FF2B5EF4-FFF2-40B4-BE49-F238E27FC236}">
                <a16:creationId xmlns:a16="http://schemas.microsoft.com/office/drawing/2014/main" id="{54593AC2-34BC-4822-8DA5-FFF223592060}"/>
              </a:ext>
            </a:extLst>
          </p:cNvPr>
          <p:cNvGrpSpPr/>
          <p:nvPr/>
        </p:nvGrpSpPr>
        <p:grpSpPr>
          <a:xfrm>
            <a:off x="1795626" y="2111621"/>
            <a:ext cx="9592306" cy="728272"/>
            <a:chOff x="0" y="-38100"/>
            <a:chExt cx="3588448" cy="240036"/>
          </a:xfrm>
        </p:grpSpPr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BC17B6A1-2FA4-9892-BF21-5B71E9381370}"/>
                </a:ext>
              </a:extLst>
            </p:cNvPr>
            <p:cNvSpPr/>
            <p:nvPr/>
          </p:nvSpPr>
          <p:spPr>
            <a:xfrm>
              <a:off x="0" y="0"/>
              <a:ext cx="3588448" cy="201936"/>
            </a:xfrm>
            <a:custGeom>
              <a:avLst/>
              <a:gdLst/>
              <a:ahLst/>
              <a:cxnLst/>
              <a:rect l="l" t="t" r="r" b="b"/>
              <a:pathLst>
                <a:path w="3588448" h="201936">
                  <a:moveTo>
                    <a:pt x="13380" y="0"/>
                  </a:moveTo>
                  <a:lnTo>
                    <a:pt x="3575068" y="0"/>
                  </a:lnTo>
                  <a:cubicBezTo>
                    <a:pt x="3582457" y="0"/>
                    <a:pt x="3588448" y="5990"/>
                    <a:pt x="3588448" y="13380"/>
                  </a:cubicBezTo>
                  <a:lnTo>
                    <a:pt x="3588448" y="188556"/>
                  </a:lnTo>
                  <a:cubicBezTo>
                    <a:pt x="3588448" y="195946"/>
                    <a:pt x="3582457" y="201936"/>
                    <a:pt x="3575068" y="201936"/>
                  </a:cubicBezTo>
                  <a:lnTo>
                    <a:pt x="13380" y="201936"/>
                  </a:lnTo>
                  <a:cubicBezTo>
                    <a:pt x="5990" y="201936"/>
                    <a:pt x="0" y="195946"/>
                    <a:pt x="0" y="188556"/>
                  </a:cubicBezTo>
                  <a:lnTo>
                    <a:pt x="0" y="13380"/>
                  </a:lnTo>
                  <a:cubicBezTo>
                    <a:pt x="0" y="5990"/>
                    <a:pt x="5990" y="0"/>
                    <a:pt x="1338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25">
              <a:extLst>
                <a:ext uri="{FF2B5EF4-FFF2-40B4-BE49-F238E27FC236}">
                  <a16:creationId xmlns:a16="http://schemas.microsoft.com/office/drawing/2014/main" id="{57E1CF15-ED05-DC39-C91C-9E92BC057C7C}"/>
                </a:ext>
              </a:extLst>
            </p:cNvPr>
            <p:cNvSpPr txBox="1"/>
            <p:nvPr/>
          </p:nvSpPr>
          <p:spPr>
            <a:xfrm>
              <a:off x="0" y="-38100"/>
              <a:ext cx="3588447" cy="240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endParaRPr/>
            </a:p>
          </p:txBody>
        </p:sp>
      </p:grpSp>
      <p:grpSp>
        <p:nvGrpSpPr>
          <p:cNvPr id="52" name="Group 26">
            <a:extLst>
              <a:ext uri="{FF2B5EF4-FFF2-40B4-BE49-F238E27FC236}">
                <a16:creationId xmlns:a16="http://schemas.microsoft.com/office/drawing/2014/main" id="{3B768031-BDD3-AF3E-8A28-A5331B7666CF}"/>
              </a:ext>
            </a:extLst>
          </p:cNvPr>
          <p:cNvGrpSpPr/>
          <p:nvPr/>
        </p:nvGrpSpPr>
        <p:grpSpPr>
          <a:xfrm>
            <a:off x="1795625" y="2903684"/>
            <a:ext cx="9592306" cy="728272"/>
            <a:chOff x="0" y="-38100"/>
            <a:chExt cx="3588448" cy="240036"/>
          </a:xfrm>
        </p:grpSpPr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A7F04819-4C39-12E8-E968-CCF56F7EE673}"/>
                </a:ext>
              </a:extLst>
            </p:cNvPr>
            <p:cNvSpPr/>
            <p:nvPr/>
          </p:nvSpPr>
          <p:spPr>
            <a:xfrm>
              <a:off x="0" y="0"/>
              <a:ext cx="3588448" cy="201936"/>
            </a:xfrm>
            <a:custGeom>
              <a:avLst/>
              <a:gdLst/>
              <a:ahLst/>
              <a:cxnLst/>
              <a:rect l="l" t="t" r="r" b="b"/>
              <a:pathLst>
                <a:path w="3588448" h="201936">
                  <a:moveTo>
                    <a:pt x="13380" y="0"/>
                  </a:moveTo>
                  <a:lnTo>
                    <a:pt x="3575068" y="0"/>
                  </a:lnTo>
                  <a:cubicBezTo>
                    <a:pt x="3582457" y="0"/>
                    <a:pt x="3588448" y="5990"/>
                    <a:pt x="3588448" y="13380"/>
                  </a:cubicBezTo>
                  <a:lnTo>
                    <a:pt x="3588448" y="188556"/>
                  </a:lnTo>
                  <a:cubicBezTo>
                    <a:pt x="3588448" y="195946"/>
                    <a:pt x="3582457" y="201936"/>
                    <a:pt x="3575068" y="201936"/>
                  </a:cubicBezTo>
                  <a:lnTo>
                    <a:pt x="13380" y="201936"/>
                  </a:lnTo>
                  <a:cubicBezTo>
                    <a:pt x="5990" y="201936"/>
                    <a:pt x="0" y="195946"/>
                    <a:pt x="0" y="188556"/>
                  </a:cubicBezTo>
                  <a:lnTo>
                    <a:pt x="0" y="13380"/>
                  </a:lnTo>
                  <a:cubicBezTo>
                    <a:pt x="0" y="5990"/>
                    <a:pt x="5990" y="0"/>
                    <a:pt x="1338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28">
              <a:extLst>
                <a:ext uri="{FF2B5EF4-FFF2-40B4-BE49-F238E27FC236}">
                  <a16:creationId xmlns:a16="http://schemas.microsoft.com/office/drawing/2014/main" id="{4B7A66BD-A9FA-AC78-D541-5B2EA9D7D68F}"/>
                </a:ext>
              </a:extLst>
            </p:cNvPr>
            <p:cNvSpPr txBox="1"/>
            <p:nvPr/>
          </p:nvSpPr>
          <p:spPr>
            <a:xfrm>
              <a:off x="0" y="-38100"/>
              <a:ext cx="3588447" cy="240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endParaRPr/>
            </a:p>
          </p:txBody>
        </p:sp>
      </p:grpSp>
      <p:grpSp>
        <p:nvGrpSpPr>
          <p:cNvPr id="55" name="Group 29">
            <a:extLst>
              <a:ext uri="{FF2B5EF4-FFF2-40B4-BE49-F238E27FC236}">
                <a16:creationId xmlns:a16="http://schemas.microsoft.com/office/drawing/2014/main" id="{B2330C03-F064-20FE-20B7-BAD72D5F5547}"/>
              </a:ext>
            </a:extLst>
          </p:cNvPr>
          <p:cNvGrpSpPr/>
          <p:nvPr/>
        </p:nvGrpSpPr>
        <p:grpSpPr>
          <a:xfrm>
            <a:off x="1795626" y="3631956"/>
            <a:ext cx="9592305" cy="728272"/>
            <a:chOff x="0" y="-38100"/>
            <a:chExt cx="3588448" cy="240036"/>
          </a:xfrm>
        </p:grpSpPr>
        <p:sp>
          <p:nvSpPr>
            <p:cNvPr id="56" name="Freeform 30">
              <a:extLst>
                <a:ext uri="{FF2B5EF4-FFF2-40B4-BE49-F238E27FC236}">
                  <a16:creationId xmlns:a16="http://schemas.microsoft.com/office/drawing/2014/main" id="{C6F56FC8-ABC7-F00E-E87F-815D3008C4CF}"/>
                </a:ext>
              </a:extLst>
            </p:cNvPr>
            <p:cNvSpPr/>
            <p:nvPr/>
          </p:nvSpPr>
          <p:spPr>
            <a:xfrm>
              <a:off x="0" y="0"/>
              <a:ext cx="3588448" cy="201936"/>
            </a:xfrm>
            <a:custGeom>
              <a:avLst/>
              <a:gdLst/>
              <a:ahLst/>
              <a:cxnLst/>
              <a:rect l="l" t="t" r="r" b="b"/>
              <a:pathLst>
                <a:path w="3588448" h="201936">
                  <a:moveTo>
                    <a:pt x="13380" y="0"/>
                  </a:moveTo>
                  <a:lnTo>
                    <a:pt x="3575068" y="0"/>
                  </a:lnTo>
                  <a:cubicBezTo>
                    <a:pt x="3582457" y="0"/>
                    <a:pt x="3588448" y="5990"/>
                    <a:pt x="3588448" y="13380"/>
                  </a:cubicBezTo>
                  <a:lnTo>
                    <a:pt x="3588448" y="188556"/>
                  </a:lnTo>
                  <a:cubicBezTo>
                    <a:pt x="3588448" y="195946"/>
                    <a:pt x="3582457" y="201936"/>
                    <a:pt x="3575068" y="201936"/>
                  </a:cubicBezTo>
                  <a:lnTo>
                    <a:pt x="13380" y="201936"/>
                  </a:lnTo>
                  <a:cubicBezTo>
                    <a:pt x="5990" y="201936"/>
                    <a:pt x="0" y="195946"/>
                    <a:pt x="0" y="188556"/>
                  </a:cubicBezTo>
                  <a:lnTo>
                    <a:pt x="0" y="13380"/>
                  </a:lnTo>
                  <a:cubicBezTo>
                    <a:pt x="0" y="5990"/>
                    <a:pt x="5990" y="0"/>
                    <a:pt x="1338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31">
              <a:extLst>
                <a:ext uri="{FF2B5EF4-FFF2-40B4-BE49-F238E27FC236}">
                  <a16:creationId xmlns:a16="http://schemas.microsoft.com/office/drawing/2014/main" id="{EFC73961-C33F-2966-C369-44F282E3A169}"/>
                </a:ext>
              </a:extLst>
            </p:cNvPr>
            <p:cNvSpPr txBox="1"/>
            <p:nvPr/>
          </p:nvSpPr>
          <p:spPr>
            <a:xfrm>
              <a:off x="0" y="-38100"/>
              <a:ext cx="3588447" cy="240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endParaRPr/>
            </a:p>
          </p:txBody>
        </p:sp>
      </p:grpSp>
      <p:sp>
        <p:nvSpPr>
          <p:cNvPr id="58" name="TextBox 59">
            <a:extLst>
              <a:ext uri="{FF2B5EF4-FFF2-40B4-BE49-F238E27FC236}">
                <a16:creationId xmlns:a16="http://schemas.microsoft.com/office/drawing/2014/main" id="{B05B91C0-CBD8-F6E4-60DE-7C6C2E78DAA3}"/>
              </a:ext>
            </a:extLst>
          </p:cNvPr>
          <p:cNvSpPr txBox="1"/>
          <p:nvPr/>
        </p:nvSpPr>
        <p:spPr>
          <a:xfrm>
            <a:off x="430314" y="1435154"/>
            <a:ext cx="95742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600" b="1" spc="-41">
                <a:latin typeface="Aptos" panose="020B0004020202020204" pitchFamily="34" charset="0"/>
                <a:ea typeface="Roboto Bold"/>
                <a:cs typeface="Roboto Bold"/>
                <a:sym typeface="Roboto Bold"/>
              </a:rPr>
              <a:t>Strategy &amp; Audit</a:t>
            </a:r>
          </a:p>
        </p:txBody>
      </p:sp>
      <p:sp>
        <p:nvSpPr>
          <p:cNvPr id="59" name="TextBox 60">
            <a:extLst>
              <a:ext uri="{FF2B5EF4-FFF2-40B4-BE49-F238E27FC236}">
                <a16:creationId xmlns:a16="http://schemas.microsoft.com/office/drawing/2014/main" id="{B30950A7-A0BB-F161-67AB-97F2BE9E2F12}"/>
              </a:ext>
            </a:extLst>
          </p:cNvPr>
          <p:cNvSpPr txBox="1"/>
          <p:nvPr/>
        </p:nvSpPr>
        <p:spPr>
          <a:xfrm>
            <a:off x="326999" y="2287333"/>
            <a:ext cx="1099082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600" b="1" spc="-41">
                <a:latin typeface="Aptos" panose="020B0004020202020204" pitchFamily="34" charset="0"/>
                <a:ea typeface="Roboto Bold"/>
                <a:cs typeface="Roboto Bold"/>
                <a:sym typeface="Roboto Bold"/>
              </a:rPr>
              <a:t>Framework Design</a:t>
            </a:r>
          </a:p>
        </p:txBody>
      </p:sp>
      <p:sp>
        <p:nvSpPr>
          <p:cNvPr id="60" name="TextBox 61">
            <a:extLst>
              <a:ext uri="{FF2B5EF4-FFF2-40B4-BE49-F238E27FC236}">
                <a16:creationId xmlns:a16="http://schemas.microsoft.com/office/drawing/2014/main" id="{3D5947EF-A406-8D0D-23C1-8136605DC18D}"/>
              </a:ext>
            </a:extLst>
          </p:cNvPr>
          <p:cNvSpPr txBox="1"/>
          <p:nvPr/>
        </p:nvSpPr>
        <p:spPr>
          <a:xfrm>
            <a:off x="227568" y="3139513"/>
            <a:ext cx="136291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600" b="1" spc="-41">
                <a:latin typeface="Aptos" panose="020B0004020202020204" pitchFamily="34" charset="0"/>
                <a:ea typeface="Roboto Bold"/>
                <a:cs typeface="Roboto Bold"/>
                <a:sym typeface="Roboto Bold"/>
              </a:rPr>
              <a:t>Development &amp; Testing</a:t>
            </a:r>
          </a:p>
        </p:txBody>
      </p:sp>
      <p:sp>
        <p:nvSpPr>
          <p:cNvPr id="61" name="TextBox 62">
            <a:extLst>
              <a:ext uri="{FF2B5EF4-FFF2-40B4-BE49-F238E27FC236}">
                <a16:creationId xmlns:a16="http://schemas.microsoft.com/office/drawing/2014/main" id="{6F211BCC-1149-8795-568C-5007780AE048}"/>
              </a:ext>
            </a:extLst>
          </p:cNvPr>
          <p:cNvSpPr txBox="1"/>
          <p:nvPr/>
        </p:nvSpPr>
        <p:spPr>
          <a:xfrm>
            <a:off x="10141" y="3811343"/>
            <a:ext cx="165611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600" b="1" spc="-41">
                <a:latin typeface="Aptos" panose="020B0004020202020204" pitchFamily="34" charset="0"/>
                <a:ea typeface="Roboto Bold"/>
                <a:cs typeface="Roboto Bold"/>
                <a:sym typeface="Roboto Bold"/>
              </a:rPr>
              <a:t>Market Entry &amp; Optimization</a:t>
            </a:r>
          </a:p>
        </p:txBody>
      </p:sp>
      <p:grpSp>
        <p:nvGrpSpPr>
          <p:cNvPr id="62" name="Group 32">
            <a:extLst>
              <a:ext uri="{FF2B5EF4-FFF2-40B4-BE49-F238E27FC236}">
                <a16:creationId xmlns:a16="http://schemas.microsoft.com/office/drawing/2014/main" id="{47EAACD5-0958-FF28-29C9-E5CDC26FEA20}"/>
              </a:ext>
            </a:extLst>
          </p:cNvPr>
          <p:cNvGrpSpPr/>
          <p:nvPr/>
        </p:nvGrpSpPr>
        <p:grpSpPr>
          <a:xfrm>
            <a:off x="1819210" y="1319200"/>
            <a:ext cx="2377440" cy="717570"/>
            <a:chOff x="0" y="-38100"/>
            <a:chExt cx="953218" cy="240036"/>
          </a:xfrm>
        </p:grpSpPr>
        <p:sp>
          <p:nvSpPr>
            <p:cNvPr id="63" name="Freeform 33">
              <a:extLst>
                <a:ext uri="{FF2B5EF4-FFF2-40B4-BE49-F238E27FC236}">
                  <a16:creationId xmlns:a16="http://schemas.microsoft.com/office/drawing/2014/main" id="{8D3135BF-76CE-B2AE-4653-1C1C70B45EE6}"/>
                </a:ext>
              </a:extLst>
            </p:cNvPr>
            <p:cNvSpPr/>
            <p:nvPr/>
          </p:nvSpPr>
          <p:spPr>
            <a:xfrm>
              <a:off x="0" y="0"/>
              <a:ext cx="953218" cy="201936"/>
            </a:xfrm>
            <a:custGeom>
              <a:avLst/>
              <a:gdLst/>
              <a:ahLst/>
              <a:cxnLst/>
              <a:rect l="l" t="t" r="r" b="b"/>
              <a:pathLst>
                <a:path w="953218" h="201936">
                  <a:moveTo>
                    <a:pt x="50369" y="0"/>
                  </a:moveTo>
                  <a:lnTo>
                    <a:pt x="902848" y="0"/>
                  </a:lnTo>
                  <a:cubicBezTo>
                    <a:pt x="916207" y="0"/>
                    <a:pt x="929019" y="5307"/>
                    <a:pt x="938465" y="14753"/>
                  </a:cubicBezTo>
                  <a:cubicBezTo>
                    <a:pt x="947911" y="24199"/>
                    <a:pt x="953218" y="37011"/>
                    <a:pt x="953218" y="50369"/>
                  </a:cubicBezTo>
                  <a:lnTo>
                    <a:pt x="953218" y="151567"/>
                  </a:lnTo>
                  <a:cubicBezTo>
                    <a:pt x="953218" y="164926"/>
                    <a:pt x="947911" y="177737"/>
                    <a:pt x="938465" y="187183"/>
                  </a:cubicBezTo>
                  <a:cubicBezTo>
                    <a:pt x="929019" y="196630"/>
                    <a:pt x="916207" y="201936"/>
                    <a:pt x="902848" y="201936"/>
                  </a:cubicBezTo>
                  <a:lnTo>
                    <a:pt x="50369" y="201936"/>
                  </a:lnTo>
                  <a:cubicBezTo>
                    <a:pt x="37011" y="201936"/>
                    <a:pt x="24199" y="196630"/>
                    <a:pt x="14753" y="187183"/>
                  </a:cubicBezTo>
                  <a:cubicBezTo>
                    <a:pt x="5307" y="177737"/>
                    <a:pt x="0" y="164926"/>
                    <a:pt x="0" y="151567"/>
                  </a:cubicBezTo>
                  <a:lnTo>
                    <a:pt x="0" y="50369"/>
                  </a:lnTo>
                  <a:cubicBezTo>
                    <a:pt x="0" y="37011"/>
                    <a:pt x="5307" y="24199"/>
                    <a:pt x="14753" y="14753"/>
                  </a:cubicBezTo>
                  <a:cubicBezTo>
                    <a:pt x="24199" y="5307"/>
                    <a:pt x="37011" y="0"/>
                    <a:pt x="50369" y="0"/>
                  </a:cubicBez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400" b="1">
                  <a:solidFill>
                    <a:schemeClr val="bg2"/>
                  </a:solidFill>
                </a:rPr>
                <a:t>Clear business case + waste opportunity sizing</a:t>
              </a:r>
            </a:p>
          </p:txBody>
        </p:sp>
        <p:sp>
          <p:nvSpPr>
            <p:cNvPr id="64" name="TextBox 34">
              <a:extLst>
                <a:ext uri="{FF2B5EF4-FFF2-40B4-BE49-F238E27FC236}">
                  <a16:creationId xmlns:a16="http://schemas.microsoft.com/office/drawing/2014/main" id="{CE9A7885-F3F6-94B1-005C-2C0C3DC408CA}"/>
                </a:ext>
              </a:extLst>
            </p:cNvPr>
            <p:cNvSpPr txBox="1"/>
            <p:nvPr/>
          </p:nvSpPr>
          <p:spPr>
            <a:xfrm>
              <a:off x="0" y="-38100"/>
              <a:ext cx="953218" cy="240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endParaRPr>
                <a:solidFill>
                  <a:schemeClr val="accent1"/>
                </a:solidFill>
              </a:endParaRPr>
            </a:p>
          </p:txBody>
        </p:sp>
      </p:grpSp>
      <p:grpSp>
        <p:nvGrpSpPr>
          <p:cNvPr id="72" name="Group 32">
            <a:extLst>
              <a:ext uri="{FF2B5EF4-FFF2-40B4-BE49-F238E27FC236}">
                <a16:creationId xmlns:a16="http://schemas.microsoft.com/office/drawing/2014/main" id="{43FA338A-12E4-F948-7BAD-ABED5C2C624E}"/>
              </a:ext>
            </a:extLst>
          </p:cNvPr>
          <p:cNvGrpSpPr/>
          <p:nvPr/>
        </p:nvGrpSpPr>
        <p:grpSpPr>
          <a:xfrm>
            <a:off x="4211164" y="2113159"/>
            <a:ext cx="2377440" cy="717570"/>
            <a:chOff x="0" y="-38100"/>
            <a:chExt cx="953218" cy="240036"/>
          </a:xfrm>
        </p:grpSpPr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82D09A2A-4ADF-E8B9-4273-6F4AD6C4A4AA}"/>
                </a:ext>
              </a:extLst>
            </p:cNvPr>
            <p:cNvSpPr/>
            <p:nvPr/>
          </p:nvSpPr>
          <p:spPr>
            <a:xfrm>
              <a:off x="0" y="0"/>
              <a:ext cx="953218" cy="201936"/>
            </a:xfrm>
            <a:custGeom>
              <a:avLst/>
              <a:gdLst/>
              <a:ahLst/>
              <a:cxnLst/>
              <a:rect l="l" t="t" r="r" b="b"/>
              <a:pathLst>
                <a:path w="953218" h="201936">
                  <a:moveTo>
                    <a:pt x="50369" y="0"/>
                  </a:moveTo>
                  <a:lnTo>
                    <a:pt x="902848" y="0"/>
                  </a:lnTo>
                  <a:cubicBezTo>
                    <a:pt x="916207" y="0"/>
                    <a:pt x="929019" y="5307"/>
                    <a:pt x="938465" y="14753"/>
                  </a:cubicBezTo>
                  <a:cubicBezTo>
                    <a:pt x="947911" y="24199"/>
                    <a:pt x="953218" y="37011"/>
                    <a:pt x="953218" y="50369"/>
                  </a:cubicBezTo>
                  <a:lnTo>
                    <a:pt x="953218" y="151567"/>
                  </a:lnTo>
                  <a:cubicBezTo>
                    <a:pt x="953218" y="164926"/>
                    <a:pt x="947911" y="177737"/>
                    <a:pt x="938465" y="187183"/>
                  </a:cubicBezTo>
                  <a:cubicBezTo>
                    <a:pt x="929019" y="196630"/>
                    <a:pt x="916207" y="201936"/>
                    <a:pt x="902848" y="201936"/>
                  </a:cubicBezTo>
                  <a:lnTo>
                    <a:pt x="50369" y="201936"/>
                  </a:lnTo>
                  <a:cubicBezTo>
                    <a:pt x="37011" y="201936"/>
                    <a:pt x="24199" y="196630"/>
                    <a:pt x="14753" y="187183"/>
                  </a:cubicBezTo>
                  <a:cubicBezTo>
                    <a:pt x="5307" y="177737"/>
                    <a:pt x="0" y="164926"/>
                    <a:pt x="0" y="151567"/>
                  </a:cubicBezTo>
                  <a:lnTo>
                    <a:pt x="0" y="50369"/>
                  </a:lnTo>
                  <a:cubicBezTo>
                    <a:pt x="0" y="37011"/>
                    <a:pt x="5307" y="24199"/>
                    <a:pt x="14753" y="14753"/>
                  </a:cubicBezTo>
                  <a:cubicBezTo>
                    <a:pt x="24199" y="5307"/>
                    <a:pt x="37011" y="0"/>
                    <a:pt x="50369" y="0"/>
                  </a:cubicBez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400" b="1">
                  <a:solidFill>
                    <a:schemeClr val="bg2"/>
                  </a:solidFill>
                </a:rPr>
                <a:t>Documented store-level operating model</a:t>
              </a:r>
            </a:p>
          </p:txBody>
        </p:sp>
        <p:sp>
          <p:nvSpPr>
            <p:cNvPr id="74" name="TextBox 34">
              <a:extLst>
                <a:ext uri="{FF2B5EF4-FFF2-40B4-BE49-F238E27FC236}">
                  <a16:creationId xmlns:a16="http://schemas.microsoft.com/office/drawing/2014/main" id="{D427FA5F-01B0-FF68-071B-CBAA00B2F564}"/>
                </a:ext>
              </a:extLst>
            </p:cNvPr>
            <p:cNvSpPr txBox="1"/>
            <p:nvPr/>
          </p:nvSpPr>
          <p:spPr>
            <a:xfrm>
              <a:off x="0" y="-38100"/>
              <a:ext cx="953218" cy="240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endParaRPr>
                <a:solidFill>
                  <a:schemeClr val="accent1"/>
                </a:solidFill>
              </a:endParaRPr>
            </a:p>
          </p:txBody>
        </p:sp>
      </p:grpSp>
      <p:grpSp>
        <p:nvGrpSpPr>
          <p:cNvPr id="75" name="Group 32">
            <a:extLst>
              <a:ext uri="{FF2B5EF4-FFF2-40B4-BE49-F238E27FC236}">
                <a16:creationId xmlns:a16="http://schemas.microsoft.com/office/drawing/2014/main" id="{C1642CFC-B25D-FCD0-2DD1-3D18863741BA}"/>
              </a:ext>
            </a:extLst>
          </p:cNvPr>
          <p:cNvGrpSpPr/>
          <p:nvPr/>
        </p:nvGrpSpPr>
        <p:grpSpPr>
          <a:xfrm>
            <a:off x="6588604" y="2904696"/>
            <a:ext cx="2377440" cy="717570"/>
            <a:chOff x="0" y="-38100"/>
            <a:chExt cx="953218" cy="240036"/>
          </a:xfrm>
        </p:grpSpPr>
        <p:sp>
          <p:nvSpPr>
            <p:cNvPr id="76" name="Freeform 33">
              <a:extLst>
                <a:ext uri="{FF2B5EF4-FFF2-40B4-BE49-F238E27FC236}">
                  <a16:creationId xmlns:a16="http://schemas.microsoft.com/office/drawing/2014/main" id="{B9CBD7CD-EBF2-8EE9-F959-95B0828319DB}"/>
                </a:ext>
              </a:extLst>
            </p:cNvPr>
            <p:cNvSpPr/>
            <p:nvPr/>
          </p:nvSpPr>
          <p:spPr>
            <a:xfrm>
              <a:off x="0" y="0"/>
              <a:ext cx="953218" cy="201936"/>
            </a:xfrm>
            <a:custGeom>
              <a:avLst/>
              <a:gdLst/>
              <a:ahLst/>
              <a:cxnLst/>
              <a:rect l="l" t="t" r="r" b="b"/>
              <a:pathLst>
                <a:path w="953218" h="201936">
                  <a:moveTo>
                    <a:pt x="50369" y="0"/>
                  </a:moveTo>
                  <a:lnTo>
                    <a:pt x="902848" y="0"/>
                  </a:lnTo>
                  <a:cubicBezTo>
                    <a:pt x="916207" y="0"/>
                    <a:pt x="929019" y="5307"/>
                    <a:pt x="938465" y="14753"/>
                  </a:cubicBezTo>
                  <a:cubicBezTo>
                    <a:pt x="947911" y="24199"/>
                    <a:pt x="953218" y="37011"/>
                    <a:pt x="953218" y="50369"/>
                  </a:cubicBezTo>
                  <a:lnTo>
                    <a:pt x="953218" y="151567"/>
                  </a:lnTo>
                  <a:cubicBezTo>
                    <a:pt x="953218" y="164926"/>
                    <a:pt x="947911" y="177737"/>
                    <a:pt x="938465" y="187183"/>
                  </a:cubicBezTo>
                  <a:cubicBezTo>
                    <a:pt x="929019" y="196630"/>
                    <a:pt x="916207" y="201936"/>
                    <a:pt x="902848" y="201936"/>
                  </a:cubicBezTo>
                  <a:lnTo>
                    <a:pt x="50369" y="201936"/>
                  </a:lnTo>
                  <a:cubicBezTo>
                    <a:pt x="37011" y="201936"/>
                    <a:pt x="24199" y="196630"/>
                    <a:pt x="14753" y="187183"/>
                  </a:cubicBezTo>
                  <a:cubicBezTo>
                    <a:pt x="5307" y="177737"/>
                    <a:pt x="0" y="164926"/>
                    <a:pt x="0" y="151567"/>
                  </a:cubicBezTo>
                  <a:lnTo>
                    <a:pt x="0" y="50369"/>
                  </a:lnTo>
                  <a:cubicBezTo>
                    <a:pt x="0" y="37011"/>
                    <a:pt x="5307" y="24199"/>
                    <a:pt x="14753" y="14753"/>
                  </a:cubicBezTo>
                  <a:cubicBezTo>
                    <a:pt x="24199" y="5307"/>
                    <a:pt x="37011" y="0"/>
                    <a:pt x="50369" y="0"/>
                  </a:cubicBez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400" b="1">
                  <a:solidFill>
                    <a:schemeClr val="bg2"/>
                  </a:solidFill>
                </a:rPr>
                <a:t>Validated proof of concept</a:t>
              </a:r>
            </a:p>
          </p:txBody>
        </p:sp>
        <p:sp>
          <p:nvSpPr>
            <p:cNvPr id="77" name="TextBox 34">
              <a:extLst>
                <a:ext uri="{FF2B5EF4-FFF2-40B4-BE49-F238E27FC236}">
                  <a16:creationId xmlns:a16="http://schemas.microsoft.com/office/drawing/2014/main" id="{FE3B20EB-7EEF-ACC3-8CF5-3117E85ECB65}"/>
                </a:ext>
              </a:extLst>
            </p:cNvPr>
            <p:cNvSpPr txBox="1"/>
            <p:nvPr/>
          </p:nvSpPr>
          <p:spPr>
            <a:xfrm>
              <a:off x="0" y="-38100"/>
              <a:ext cx="953218" cy="240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endParaRPr>
                <a:solidFill>
                  <a:schemeClr val="accent1"/>
                </a:solidFill>
              </a:endParaRPr>
            </a:p>
          </p:txBody>
        </p:sp>
      </p:grpSp>
      <p:grpSp>
        <p:nvGrpSpPr>
          <p:cNvPr id="78" name="Group 32">
            <a:extLst>
              <a:ext uri="{FF2B5EF4-FFF2-40B4-BE49-F238E27FC236}">
                <a16:creationId xmlns:a16="http://schemas.microsoft.com/office/drawing/2014/main" id="{FA7E2522-0578-F931-51EB-E02DD33BC453}"/>
              </a:ext>
            </a:extLst>
          </p:cNvPr>
          <p:cNvGrpSpPr/>
          <p:nvPr/>
        </p:nvGrpSpPr>
        <p:grpSpPr>
          <a:xfrm>
            <a:off x="8966044" y="3642921"/>
            <a:ext cx="2377440" cy="717570"/>
            <a:chOff x="0" y="-38100"/>
            <a:chExt cx="953218" cy="240036"/>
          </a:xfrm>
        </p:grpSpPr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C96947B9-1629-F09B-E421-90AD73B5E032}"/>
                </a:ext>
              </a:extLst>
            </p:cNvPr>
            <p:cNvSpPr/>
            <p:nvPr/>
          </p:nvSpPr>
          <p:spPr>
            <a:xfrm>
              <a:off x="0" y="0"/>
              <a:ext cx="953218" cy="201936"/>
            </a:xfrm>
            <a:custGeom>
              <a:avLst/>
              <a:gdLst/>
              <a:ahLst/>
              <a:cxnLst/>
              <a:rect l="l" t="t" r="r" b="b"/>
              <a:pathLst>
                <a:path w="953218" h="201936">
                  <a:moveTo>
                    <a:pt x="50369" y="0"/>
                  </a:moveTo>
                  <a:lnTo>
                    <a:pt x="902848" y="0"/>
                  </a:lnTo>
                  <a:cubicBezTo>
                    <a:pt x="916207" y="0"/>
                    <a:pt x="929019" y="5307"/>
                    <a:pt x="938465" y="14753"/>
                  </a:cubicBezTo>
                  <a:cubicBezTo>
                    <a:pt x="947911" y="24199"/>
                    <a:pt x="953218" y="37011"/>
                    <a:pt x="953218" y="50369"/>
                  </a:cubicBezTo>
                  <a:lnTo>
                    <a:pt x="953218" y="151567"/>
                  </a:lnTo>
                  <a:cubicBezTo>
                    <a:pt x="953218" y="164926"/>
                    <a:pt x="947911" y="177737"/>
                    <a:pt x="938465" y="187183"/>
                  </a:cubicBezTo>
                  <a:cubicBezTo>
                    <a:pt x="929019" y="196630"/>
                    <a:pt x="916207" y="201936"/>
                    <a:pt x="902848" y="201936"/>
                  </a:cubicBezTo>
                  <a:lnTo>
                    <a:pt x="50369" y="201936"/>
                  </a:lnTo>
                  <a:cubicBezTo>
                    <a:pt x="37011" y="201936"/>
                    <a:pt x="24199" y="196630"/>
                    <a:pt x="14753" y="187183"/>
                  </a:cubicBezTo>
                  <a:cubicBezTo>
                    <a:pt x="5307" y="177737"/>
                    <a:pt x="0" y="164926"/>
                    <a:pt x="0" y="151567"/>
                  </a:cubicBezTo>
                  <a:lnTo>
                    <a:pt x="0" y="50369"/>
                  </a:lnTo>
                  <a:cubicBezTo>
                    <a:pt x="0" y="37011"/>
                    <a:pt x="5307" y="24199"/>
                    <a:pt x="14753" y="14753"/>
                  </a:cubicBezTo>
                  <a:cubicBezTo>
                    <a:pt x="24199" y="5307"/>
                    <a:pt x="37011" y="0"/>
                    <a:pt x="50369" y="0"/>
                  </a:cubicBez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400" b="1">
                  <a:solidFill>
                    <a:schemeClr val="bg2"/>
                  </a:solidFill>
                </a:rPr>
                <a:t>Scalable store-level model (&lt;12–18 months payback)</a:t>
              </a:r>
            </a:p>
          </p:txBody>
        </p:sp>
        <p:sp>
          <p:nvSpPr>
            <p:cNvPr id="80" name="TextBox 34">
              <a:extLst>
                <a:ext uri="{FF2B5EF4-FFF2-40B4-BE49-F238E27FC236}">
                  <a16:creationId xmlns:a16="http://schemas.microsoft.com/office/drawing/2014/main" id="{F5039D83-21C8-0974-D477-57445145DB40}"/>
                </a:ext>
              </a:extLst>
            </p:cNvPr>
            <p:cNvSpPr txBox="1"/>
            <p:nvPr/>
          </p:nvSpPr>
          <p:spPr>
            <a:xfrm>
              <a:off x="0" y="-38100"/>
              <a:ext cx="953218" cy="240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endParaRPr>
                <a:solidFill>
                  <a:schemeClr val="accent1"/>
                </a:solidFill>
              </a:endParaRPr>
            </a:p>
          </p:txBody>
        </p:sp>
      </p:grpSp>
      <p:sp>
        <p:nvSpPr>
          <p:cNvPr id="81" name="TextBox 63">
            <a:extLst>
              <a:ext uri="{FF2B5EF4-FFF2-40B4-BE49-F238E27FC236}">
                <a16:creationId xmlns:a16="http://schemas.microsoft.com/office/drawing/2014/main" id="{EA12F6EC-4825-E066-052A-C6339B04F104}"/>
              </a:ext>
            </a:extLst>
          </p:cNvPr>
          <p:cNvSpPr txBox="1"/>
          <p:nvPr/>
        </p:nvSpPr>
        <p:spPr>
          <a:xfrm>
            <a:off x="2546136" y="1116445"/>
            <a:ext cx="768564" cy="33304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sz="1600" b="1" spc="-41">
                <a:solidFill>
                  <a:schemeClr val="accent3"/>
                </a:solidFill>
                <a:latin typeface="Aptos" panose="020B0004020202020204" pitchFamily="34" charset="0"/>
                <a:ea typeface="Roboto Bold"/>
                <a:cs typeface="Roboto Bold"/>
                <a:sym typeface="Roboto Bold"/>
              </a:rPr>
              <a:t>Q2 26</a:t>
            </a:r>
          </a:p>
        </p:txBody>
      </p:sp>
      <p:sp>
        <p:nvSpPr>
          <p:cNvPr id="82" name="TextBox 63">
            <a:extLst>
              <a:ext uri="{FF2B5EF4-FFF2-40B4-BE49-F238E27FC236}">
                <a16:creationId xmlns:a16="http://schemas.microsoft.com/office/drawing/2014/main" id="{7C3A99DD-9523-5BA7-09A3-C36EE3B72568}"/>
              </a:ext>
            </a:extLst>
          </p:cNvPr>
          <p:cNvSpPr txBox="1"/>
          <p:nvPr/>
        </p:nvSpPr>
        <p:spPr>
          <a:xfrm>
            <a:off x="5035857" y="1091149"/>
            <a:ext cx="768564" cy="33304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sz="1600" b="1" spc="-41">
                <a:solidFill>
                  <a:schemeClr val="accent3"/>
                </a:solidFill>
                <a:latin typeface="Aptos" panose="020B0004020202020204" pitchFamily="34" charset="0"/>
                <a:ea typeface="Roboto Bold"/>
                <a:cs typeface="Roboto Bold"/>
                <a:sym typeface="Roboto Bold"/>
              </a:rPr>
              <a:t>Q3 26</a:t>
            </a:r>
          </a:p>
        </p:txBody>
      </p:sp>
      <p:sp>
        <p:nvSpPr>
          <p:cNvPr id="83" name="TextBox 63">
            <a:extLst>
              <a:ext uri="{FF2B5EF4-FFF2-40B4-BE49-F238E27FC236}">
                <a16:creationId xmlns:a16="http://schemas.microsoft.com/office/drawing/2014/main" id="{81B3A294-F49B-74A7-E086-1C1066EDE7C5}"/>
              </a:ext>
            </a:extLst>
          </p:cNvPr>
          <p:cNvSpPr txBox="1"/>
          <p:nvPr/>
        </p:nvSpPr>
        <p:spPr>
          <a:xfrm>
            <a:off x="7393042" y="1091149"/>
            <a:ext cx="768564" cy="33304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sz="1600" b="1" spc="-41">
                <a:solidFill>
                  <a:schemeClr val="accent3"/>
                </a:solidFill>
                <a:latin typeface="Aptos" panose="020B0004020202020204" pitchFamily="34" charset="0"/>
                <a:ea typeface="Roboto Bold"/>
                <a:cs typeface="Roboto Bold"/>
                <a:sym typeface="Roboto Bold"/>
              </a:rPr>
              <a:t>Q4 26</a:t>
            </a:r>
          </a:p>
        </p:txBody>
      </p:sp>
      <p:sp>
        <p:nvSpPr>
          <p:cNvPr id="84" name="TextBox 63">
            <a:extLst>
              <a:ext uri="{FF2B5EF4-FFF2-40B4-BE49-F238E27FC236}">
                <a16:creationId xmlns:a16="http://schemas.microsoft.com/office/drawing/2014/main" id="{13333107-BCE9-6D12-7726-D141A149538E}"/>
              </a:ext>
            </a:extLst>
          </p:cNvPr>
          <p:cNvSpPr txBox="1"/>
          <p:nvPr/>
        </p:nvSpPr>
        <p:spPr>
          <a:xfrm>
            <a:off x="9770482" y="1102846"/>
            <a:ext cx="768564" cy="33304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sz="1600" b="1" spc="-41">
                <a:solidFill>
                  <a:schemeClr val="accent3"/>
                </a:solidFill>
                <a:latin typeface="Aptos" panose="020B0004020202020204" pitchFamily="34" charset="0"/>
                <a:ea typeface="Roboto Bold"/>
                <a:cs typeface="Roboto Bold"/>
                <a:sym typeface="Roboto Bold"/>
              </a:rPr>
              <a:t>Q1 27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9BE3DA-6BCC-F210-7CFB-13944C76B6F1}"/>
              </a:ext>
            </a:extLst>
          </p:cNvPr>
          <p:cNvGrpSpPr/>
          <p:nvPr/>
        </p:nvGrpSpPr>
        <p:grpSpPr>
          <a:xfrm>
            <a:off x="515942" y="4564804"/>
            <a:ext cx="11160116" cy="1531195"/>
            <a:chOff x="227568" y="4564804"/>
            <a:chExt cx="11160116" cy="1531195"/>
          </a:xfrm>
        </p:grpSpPr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25739474-033E-BEF8-A1DB-9A4A48CB723B}"/>
                </a:ext>
              </a:extLst>
            </p:cNvPr>
            <p:cNvSpPr/>
            <p:nvPr/>
          </p:nvSpPr>
          <p:spPr>
            <a:xfrm>
              <a:off x="6096000" y="4564804"/>
              <a:ext cx="2421640" cy="1531195"/>
            </a:xfrm>
            <a:custGeom>
              <a:avLst/>
              <a:gdLst/>
              <a:ahLst/>
              <a:cxnLst/>
              <a:rect l="l" t="t" r="r" b="b"/>
              <a:pathLst>
                <a:path w="958911" h="496304">
                  <a:moveTo>
                    <a:pt x="50070" y="0"/>
                  </a:moveTo>
                  <a:lnTo>
                    <a:pt x="908841" y="0"/>
                  </a:lnTo>
                  <a:cubicBezTo>
                    <a:pt x="922121" y="0"/>
                    <a:pt x="934856" y="5275"/>
                    <a:pt x="944246" y="14665"/>
                  </a:cubicBezTo>
                  <a:cubicBezTo>
                    <a:pt x="953636" y="24055"/>
                    <a:pt x="958911" y="36791"/>
                    <a:pt x="958911" y="50070"/>
                  </a:cubicBezTo>
                  <a:lnTo>
                    <a:pt x="958911" y="446234"/>
                  </a:lnTo>
                  <a:cubicBezTo>
                    <a:pt x="958911" y="459513"/>
                    <a:pt x="953636" y="472249"/>
                    <a:pt x="944246" y="481639"/>
                  </a:cubicBezTo>
                  <a:cubicBezTo>
                    <a:pt x="934856" y="491029"/>
                    <a:pt x="922121" y="496304"/>
                    <a:pt x="908841" y="496304"/>
                  </a:cubicBezTo>
                  <a:lnTo>
                    <a:pt x="50070" y="496304"/>
                  </a:lnTo>
                  <a:cubicBezTo>
                    <a:pt x="36791" y="496304"/>
                    <a:pt x="24055" y="491029"/>
                    <a:pt x="14665" y="481639"/>
                  </a:cubicBezTo>
                  <a:cubicBezTo>
                    <a:pt x="5275" y="472249"/>
                    <a:pt x="0" y="459513"/>
                    <a:pt x="0" y="446234"/>
                  </a:cubicBezTo>
                  <a:lnTo>
                    <a:pt x="0" y="50070"/>
                  </a:lnTo>
                  <a:cubicBezTo>
                    <a:pt x="0" y="36791"/>
                    <a:pt x="5275" y="24055"/>
                    <a:pt x="14665" y="14665"/>
                  </a:cubicBezTo>
                  <a:cubicBezTo>
                    <a:pt x="24055" y="5275"/>
                    <a:pt x="36791" y="0"/>
                    <a:pt x="50070" y="0"/>
                  </a:cubicBez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8">
              <a:extLst>
                <a:ext uri="{FF2B5EF4-FFF2-40B4-BE49-F238E27FC236}">
                  <a16:creationId xmlns:a16="http://schemas.microsoft.com/office/drawing/2014/main" id="{FDF6B20B-FC51-F676-718A-F397A8ADE182}"/>
                </a:ext>
              </a:extLst>
            </p:cNvPr>
            <p:cNvSpPr/>
            <p:nvPr/>
          </p:nvSpPr>
          <p:spPr>
            <a:xfrm>
              <a:off x="3129169" y="4564804"/>
              <a:ext cx="2421640" cy="1531195"/>
            </a:xfrm>
            <a:custGeom>
              <a:avLst/>
              <a:gdLst/>
              <a:ahLst/>
              <a:cxnLst/>
              <a:rect l="l" t="t" r="r" b="b"/>
              <a:pathLst>
                <a:path w="958911" h="496304">
                  <a:moveTo>
                    <a:pt x="50070" y="0"/>
                  </a:moveTo>
                  <a:lnTo>
                    <a:pt x="908841" y="0"/>
                  </a:lnTo>
                  <a:cubicBezTo>
                    <a:pt x="922121" y="0"/>
                    <a:pt x="934856" y="5275"/>
                    <a:pt x="944246" y="14665"/>
                  </a:cubicBezTo>
                  <a:cubicBezTo>
                    <a:pt x="953636" y="24055"/>
                    <a:pt x="958911" y="36791"/>
                    <a:pt x="958911" y="50070"/>
                  </a:cubicBezTo>
                  <a:lnTo>
                    <a:pt x="958911" y="446234"/>
                  </a:lnTo>
                  <a:cubicBezTo>
                    <a:pt x="958911" y="459513"/>
                    <a:pt x="953636" y="472249"/>
                    <a:pt x="944246" y="481639"/>
                  </a:cubicBezTo>
                  <a:cubicBezTo>
                    <a:pt x="934856" y="491029"/>
                    <a:pt x="922121" y="496304"/>
                    <a:pt x="908841" y="496304"/>
                  </a:cubicBezTo>
                  <a:lnTo>
                    <a:pt x="50070" y="496304"/>
                  </a:lnTo>
                  <a:cubicBezTo>
                    <a:pt x="36791" y="496304"/>
                    <a:pt x="24055" y="491029"/>
                    <a:pt x="14665" y="481639"/>
                  </a:cubicBezTo>
                  <a:cubicBezTo>
                    <a:pt x="5275" y="472249"/>
                    <a:pt x="0" y="459513"/>
                    <a:pt x="0" y="446234"/>
                  </a:cubicBezTo>
                  <a:lnTo>
                    <a:pt x="0" y="50070"/>
                  </a:lnTo>
                  <a:cubicBezTo>
                    <a:pt x="0" y="36791"/>
                    <a:pt x="5275" y="24055"/>
                    <a:pt x="14665" y="14665"/>
                  </a:cubicBezTo>
                  <a:cubicBezTo>
                    <a:pt x="24055" y="5275"/>
                    <a:pt x="36791" y="0"/>
                    <a:pt x="50070" y="0"/>
                  </a:cubicBez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8">
              <a:extLst>
                <a:ext uri="{FF2B5EF4-FFF2-40B4-BE49-F238E27FC236}">
                  <a16:creationId xmlns:a16="http://schemas.microsoft.com/office/drawing/2014/main" id="{1AAB862F-1BEC-BFAF-B68E-BDFE6BE7EA74}"/>
                </a:ext>
              </a:extLst>
            </p:cNvPr>
            <p:cNvSpPr/>
            <p:nvPr/>
          </p:nvSpPr>
          <p:spPr>
            <a:xfrm>
              <a:off x="227568" y="4564804"/>
              <a:ext cx="2421640" cy="1531195"/>
            </a:xfrm>
            <a:custGeom>
              <a:avLst/>
              <a:gdLst/>
              <a:ahLst/>
              <a:cxnLst/>
              <a:rect l="l" t="t" r="r" b="b"/>
              <a:pathLst>
                <a:path w="958911" h="496304">
                  <a:moveTo>
                    <a:pt x="50070" y="0"/>
                  </a:moveTo>
                  <a:lnTo>
                    <a:pt x="908841" y="0"/>
                  </a:lnTo>
                  <a:cubicBezTo>
                    <a:pt x="922121" y="0"/>
                    <a:pt x="934856" y="5275"/>
                    <a:pt x="944246" y="14665"/>
                  </a:cubicBezTo>
                  <a:cubicBezTo>
                    <a:pt x="953636" y="24055"/>
                    <a:pt x="958911" y="36791"/>
                    <a:pt x="958911" y="50070"/>
                  </a:cubicBezTo>
                  <a:lnTo>
                    <a:pt x="958911" y="446234"/>
                  </a:lnTo>
                  <a:cubicBezTo>
                    <a:pt x="958911" y="459513"/>
                    <a:pt x="953636" y="472249"/>
                    <a:pt x="944246" y="481639"/>
                  </a:cubicBezTo>
                  <a:cubicBezTo>
                    <a:pt x="934856" y="491029"/>
                    <a:pt x="922121" y="496304"/>
                    <a:pt x="908841" y="496304"/>
                  </a:cubicBezTo>
                  <a:lnTo>
                    <a:pt x="50070" y="496304"/>
                  </a:lnTo>
                  <a:cubicBezTo>
                    <a:pt x="36791" y="496304"/>
                    <a:pt x="24055" y="491029"/>
                    <a:pt x="14665" y="481639"/>
                  </a:cubicBezTo>
                  <a:cubicBezTo>
                    <a:pt x="5275" y="472249"/>
                    <a:pt x="0" y="459513"/>
                    <a:pt x="0" y="446234"/>
                  </a:cubicBezTo>
                  <a:lnTo>
                    <a:pt x="0" y="50070"/>
                  </a:lnTo>
                  <a:cubicBezTo>
                    <a:pt x="0" y="36791"/>
                    <a:pt x="5275" y="24055"/>
                    <a:pt x="14665" y="14665"/>
                  </a:cubicBezTo>
                  <a:cubicBezTo>
                    <a:pt x="24055" y="5275"/>
                    <a:pt x="36791" y="0"/>
                    <a:pt x="50070" y="0"/>
                  </a:cubicBez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44">
              <a:extLst>
                <a:ext uri="{FF2B5EF4-FFF2-40B4-BE49-F238E27FC236}">
                  <a16:creationId xmlns:a16="http://schemas.microsoft.com/office/drawing/2014/main" id="{EAEF88D3-8A02-F323-F6C6-12C7463A1885}"/>
                </a:ext>
              </a:extLst>
            </p:cNvPr>
            <p:cNvSpPr/>
            <p:nvPr/>
          </p:nvSpPr>
          <p:spPr>
            <a:xfrm>
              <a:off x="392092" y="4642776"/>
              <a:ext cx="197226" cy="246221"/>
            </a:xfrm>
            <a:custGeom>
              <a:avLst/>
              <a:gdLst/>
              <a:ahLst/>
              <a:cxnLst/>
              <a:rect l="l" t="t" r="r" b="b"/>
              <a:pathLst>
                <a:path w="271576" h="271576">
                  <a:moveTo>
                    <a:pt x="0" y="0"/>
                  </a:moveTo>
                  <a:lnTo>
                    <a:pt x="271575" y="0"/>
                  </a:lnTo>
                  <a:lnTo>
                    <a:pt x="271575" y="271576"/>
                  </a:lnTo>
                  <a:lnTo>
                    <a:pt x="0" y="271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45">
              <a:extLst>
                <a:ext uri="{FF2B5EF4-FFF2-40B4-BE49-F238E27FC236}">
                  <a16:creationId xmlns:a16="http://schemas.microsoft.com/office/drawing/2014/main" id="{25CDAFA4-A589-D21C-FF68-65A61F2C8E81}"/>
                </a:ext>
              </a:extLst>
            </p:cNvPr>
            <p:cNvSpPr/>
            <p:nvPr/>
          </p:nvSpPr>
          <p:spPr>
            <a:xfrm>
              <a:off x="3295510" y="4642776"/>
              <a:ext cx="306986" cy="246221"/>
            </a:xfrm>
            <a:custGeom>
              <a:avLst/>
              <a:gdLst/>
              <a:ahLst/>
              <a:cxnLst/>
              <a:rect l="l" t="t" r="r" b="b"/>
              <a:pathLst>
                <a:path w="321394" h="321394">
                  <a:moveTo>
                    <a:pt x="0" y="0"/>
                  </a:moveTo>
                  <a:lnTo>
                    <a:pt x="321395" y="0"/>
                  </a:lnTo>
                  <a:lnTo>
                    <a:pt x="321395" y="321395"/>
                  </a:lnTo>
                  <a:lnTo>
                    <a:pt x="0" y="321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46">
              <a:extLst>
                <a:ext uri="{FF2B5EF4-FFF2-40B4-BE49-F238E27FC236}">
                  <a16:creationId xmlns:a16="http://schemas.microsoft.com/office/drawing/2014/main" id="{4F1A3AD1-22B6-736C-05EB-E6ABC7F614F3}"/>
                </a:ext>
              </a:extLst>
            </p:cNvPr>
            <p:cNvSpPr/>
            <p:nvPr/>
          </p:nvSpPr>
          <p:spPr>
            <a:xfrm>
              <a:off x="6264375" y="4643569"/>
              <a:ext cx="269567" cy="246221"/>
            </a:xfrm>
            <a:custGeom>
              <a:avLst/>
              <a:gdLst/>
              <a:ahLst/>
              <a:cxnLst/>
              <a:rect l="l" t="t" r="r" b="b"/>
              <a:pathLst>
                <a:path w="310036" h="310036">
                  <a:moveTo>
                    <a:pt x="0" y="0"/>
                  </a:moveTo>
                  <a:lnTo>
                    <a:pt x="310037" y="0"/>
                  </a:lnTo>
                  <a:lnTo>
                    <a:pt x="310037" y="310037"/>
                  </a:lnTo>
                  <a:lnTo>
                    <a:pt x="0" y="310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47">
              <a:extLst>
                <a:ext uri="{FF2B5EF4-FFF2-40B4-BE49-F238E27FC236}">
                  <a16:creationId xmlns:a16="http://schemas.microsoft.com/office/drawing/2014/main" id="{FA7FCF11-C8A5-4481-4166-B3974044DFE9}"/>
                </a:ext>
              </a:extLst>
            </p:cNvPr>
            <p:cNvSpPr/>
            <p:nvPr/>
          </p:nvSpPr>
          <p:spPr>
            <a:xfrm>
              <a:off x="9130349" y="4642776"/>
              <a:ext cx="279289" cy="244775"/>
            </a:xfrm>
            <a:custGeom>
              <a:avLst/>
              <a:gdLst/>
              <a:ahLst/>
              <a:cxnLst/>
              <a:rect l="l" t="t" r="r" b="b"/>
              <a:pathLst>
                <a:path w="343091" h="345605">
                  <a:moveTo>
                    <a:pt x="0" y="0"/>
                  </a:moveTo>
                  <a:lnTo>
                    <a:pt x="343091" y="0"/>
                  </a:lnTo>
                  <a:lnTo>
                    <a:pt x="343091" y="345605"/>
                  </a:lnTo>
                  <a:lnTo>
                    <a:pt x="0" y="345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8">
              <a:extLst>
                <a:ext uri="{FF2B5EF4-FFF2-40B4-BE49-F238E27FC236}">
                  <a16:creationId xmlns:a16="http://schemas.microsoft.com/office/drawing/2014/main" id="{5AD0B1A1-684A-6632-2363-28E318F002AE}"/>
                </a:ext>
              </a:extLst>
            </p:cNvPr>
            <p:cNvSpPr/>
            <p:nvPr/>
          </p:nvSpPr>
          <p:spPr>
            <a:xfrm>
              <a:off x="8966044" y="4564804"/>
              <a:ext cx="2421640" cy="1531195"/>
            </a:xfrm>
            <a:custGeom>
              <a:avLst/>
              <a:gdLst/>
              <a:ahLst/>
              <a:cxnLst/>
              <a:rect l="l" t="t" r="r" b="b"/>
              <a:pathLst>
                <a:path w="958911" h="496304">
                  <a:moveTo>
                    <a:pt x="50070" y="0"/>
                  </a:moveTo>
                  <a:lnTo>
                    <a:pt x="908841" y="0"/>
                  </a:lnTo>
                  <a:cubicBezTo>
                    <a:pt x="922121" y="0"/>
                    <a:pt x="934856" y="5275"/>
                    <a:pt x="944246" y="14665"/>
                  </a:cubicBezTo>
                  <a:cubicBezTo>
                    <a:pt x="953636" y="24055"/>
                    <a:pt x="958911" y="36791"/>
                    <a:pt x="958911" y="50070"/>
                  </a:cubicBezTo>
                  <a:lnTo>
                    <a:pt x="958911" y="446234"/>
                  </a:lnTo>
                  <a:cubicBezTo>
                    <a:pt x="958911" y="459513"/>
                    <a:pt x="953636" y="472249"/>
                    <a:pt x="944246" y="481639"/>
                  </a:cubicBezTo>
                  <a:cubicBezTo>
                    <a:pt x="934856" y="491029"/>
                    <a:pt x="922121" y="496304"/>
                    <a:pt x="908841" y="496304"/>
                  </a:cubicBezTo>
                  <a:lnTo>
                    <a:pt x="50070" y="496304"/>
                  </a:lnTo>
                  <a:cubicBezTo>
                    <a:pt x="36791" y="496304"/>
                    <a:pt x="24055" y="491029"/>
                    <a:pt x="14665" y="481639"/>
                  </a:cubicBezTo>
                  <a:cubicBezTo>
                    <a:pt x="5275" y="472249"/>
                    <a:pt x="0" y="459513"/>
                    <a:pt x="0" y="446234"/>
                  </a:cubicBezTo>
                  <a:lnTo>
                    <a:pt x="0" y="50070"/>
                  </a:lnTo>
                  <a:cubicBezTo>
                    <a:pt x="0" y="36791"/>
                    <a:pt x="5275" y="24055"/>
                    <a:pt x="14665" y="14665"/>
                  </a:cubicBezTo>
                  <a:cubicBezTo>
                    <a:pt x="24055" y="5275"/>
                    <a:pt x="36791" y="0"/>
                    <a:pt x="50070" y="0"/>
                  </a:cubicBez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61">
              <a:extLst>
                <a:ext uri="{FF2B5EF4-FFF2-40B4-BE49-F238E27FC236}">
                  <a16:creationId xmlns:a16="http://schemas.microsoft.com/office/drawing/2014/main" id="{B770CDF6-8850-8DFA-1ADD-76AC05819EAE}"/>
                </a:ext>
              </a:extLst>
            </p:cNvPr>
            <p:cNvSpPr txBox="1"/>
            <p:nvPr/>
          </p:nvSpPr>
          <p:spPr>
            <a:xfrm>
              <a:off x="961928" y="4643253"/>
              <a:ext cx="1300625" cy="246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b="1" spc="-41">
                  <a:latin typeface="Aptos" panose="020B0004020202020204" pitchFamily="34" charset="0"/>
                  <a:ea typeface="Roboto Bold"/>
                  <a:cs typeface="Roboto Bold"/>
                  <a:sym typeface="Roboto Bold"/>
                </a:rPr>
                <a:t>MONTH 1-3</a:t>
              </a:r>
            </a:p>
          </p:txBody>
        </p:sp>
        <p:sp>
          <p:nvSpPr>
            <p:cNvPr id="107" name="TextBox 61">
              <a:extLst>
                <a:ext uri="{FF2B5EF4-FFF2-40B4-BE49-F238E27FC236}">
                  <a16:creationId xmlns:a16="http://schemas.microsoft.com/office/drawing/2014/main" id="{85251921-BBC1-48B4-3EDE-4C5D4E4A71E1}"/>
                </a:ext>
              </a:extLst>
            </p:cNvPr>
            <p:cNvSpPr txBox="1"/>
            <p:nvPr/>
          </p:nvSpPr>
          <p:spPr>
            <a:xfrm>
              <a:off x="3825274" y="4644511"/>
              <a:ext cx="1485280" cy="246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b="1" spc="-41">
                  <a:latin typeface="Aptos" panose="020B0004020202020204" pitchFamily="34" charset="0"/>
                  <a:ea typeface="Roboto Bold"/>
                  <a:cs typeface="Roboto Bold"/>
                  <a:sym typeface="Roboto Bold"/>
                </a:rPr>
                <a:t>MONTH 4-6</a:t>
              </a:r>
            </a:p>
          </p:txBody>
        </p:sp>
        <p:sp>
          <p:nvSpPr>
            <p:cNvPr id="108" name="TextBox 61">
              <a:extLst>
                <a:ext uri="{FF2B5EF4-FFF2-40B4-BE49-F238E27FC236}">
                  <a16:creationId xmlns:a16="http://schemas.microsoft.com/office/drawing/2014/main" id="{6AF70F25-08BA-A749-CFAD-D2B839CEDB2D}"/>
                </a:ext>
              </a:extLst>
            </p:cNvPr>
            <p:cNvSpPr txBox="1"/>
            <p:nvPr/>
          </p:nvSpPr>
          <p:spPr>
            <a:xfrm>
              <a:off x="6906553" y="4642776"/>
              <a:ext cx="1416832" cy="2447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b="1" spc="-41">
                  <a:latin typeface="Aptos" panose="020B0004020202020204" pitchFamily="34" charset="0"/>
                  <a:ea typeface="Roboto Bold"/>
                  <a:cs typeface="Roboto Bold"/>
                  <a:sym typeface="Roboto Bold"/>
                </a:rPr>
                <a:t>MONTH 7-9</a:t>
              </a:r>
            </a:p>
          </p:txBody>
        </p:sp>
        <p:sp>
          <p:nvSpPr>
            <p:cNvPr id="109" name="TextBox 61">
              <a:extLst>
                <a:ext uri="{FF2B5EF4-FFF2-40B4-BE49-F238E27FC236}">
                  <a16:creationId xmlns:a16="http://schemas.microsoft.com/office/drawing/2014/main" id="{BD5A889F-9CAE-0FCC-DACE-B81BB0303D23}"/>
                </a:ext>
              </a:extLst>
            </p:cNvPr>
            <p:cNvSpPr txBox="1"/>
            <p:nvPr/>
          </p:nvSpPr>
          <p:spPr>
            <a:xfrm>
              <a:off x="9600568" y="4644512"/>
              <a:ext cx="1438902" cy="246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b="1" spc="-41">
                  <a:latin typeface="Aptos" panose="020B0004020202020204" pitchFamily="34" charset="0"/>
                  <a:ea typeface="Roboto Bold"/>
                  <a:cs typeface="Roboto Bold"/>
                  <a:sym typeface="Roboto Bold"/>
                </a:rPr>
                <a:t>MONTH 10-12</a:t>
              </a:r>
            </a:p>
          </p:txBody>
        </p:sp>
        <p:sp>
          <p:nvSpPr>
            <p:cNvPr id="110" name="TextBox 61">
              <a:extLst>
                <a:ext uri="{FF2B5EF4-FFF2-40B4-BE49-F238E27FC236}">
                  <a16:creationId xmlns:a16="http://schemas.microsoft.com/office/drawing/2014/main" id="{BEE0AF6C-6422-DC06-5D20-A47A53E21C49}"/>
                </a:ext>
              </a:extLst>
            </p:cNvPr>
            <p:cNvSpPr txBox="1"/>
            <p:nvPr/>
          </p:nvSpPr>
          <p:spPr>
            <a:xfrm>
              <a:off x="3295510" y="5026148"/>
              <a:ext cx="2257334" cy="646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Operating model design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Pricing &amp; recipes setup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KPI &amp; training preparation</a:t>
              </a:r>
            </a:p>
          </p:txBody>
        </p:sp>
        <p:sp>
          <p:nvSpPr>
            <p:cNvPr id="116" name="TextBox 61">
              <a:extLst>
                <a:ext uri="{FF2B5EF4-FFF2-40B4-BE49-F238E27FC236}">
                  <a16:creationId xmlns:a16="http://schemas.microsoft.com/office/drawing/2014/main" id="{715D58B8-6D54-1E72-C270-773ECECDAE8B}"/>
                </a:ext>
              </a:extLst>
            </p:cNvPr>
            <p:cNvSpPr txBox="1"/>
            <p:nvPr/>
          </p:nvSpPr>
          <p:spPr>
            <a:xfrm>
              <a:off x="391874" y="5026148"/>
              <a:ext cx="2257334" cy="646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Waste &amp; revenue baseline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Product &amp; risk validation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Store team insights</a:t>
              </a:r>
            </a:p>
          </p:txBody>
        </p:sp>
        <p:sp>
          <p:nvSpPr>
            <p:cNvPr id="119" name="TextBox 61">
              <a:extLst>
                <a:ext uri="{FF2B5EF4-FFF2-40B4-BE49-F238E27FC236}">
                  <a16:creationId xmlns:a16="http://schemas.microsoft.com/office/drawing/2014/main" id="{2B148542-8477-2FB0-B239-00E0EB943A34}"/>
                </a:ext>
              </a:extLst>
            </p:cNvPr>
            <p:cNvSpPr txBox="1"/>
            <p:nvPr/>
          </p:nvSpPr>
          <p:spPr>
            <a:xfrm>
              <a:off x="6264375" y="5031085"/>
              <a:ext cx="2257334" cy="8617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Pilot counter launch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Track waste, margin, demand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Adjust volumes &amp; pricing</a:t>
              </a:r>
              <a:endParaRPr lang="en-US" sz="1400" b="1" spc="-41">
                <a:latin typeface="Aptos" panose="020B0004020202020204" pitchFamily="34" charset="0"/>
                <a:ea typeface="Roboto Bold"/>
                <a:cs typeface="Roboto Bold"/>
                <a:sym typeface="Roboto Bold"/>
              </a:endParaRPr>
            </a:p>
          </p:txBody>
        </p:sp>
        <p:sp>
          <p:nvSpPr>
            <p:cNvPr id="123" name="TextBox 61">
              <a:extLst>
                <a:ext uri="{FF2B5EF4-FFF2-40B4-BE49-F238E27FC236}">
                  <a16:creationId xmlns:a16="http://schemas.microsoft.com/office/drawing/2014/main" id="{ED402501-64A8-E356-0B3E-CF203ABD791F}"/>
                </a:ext>
              </a:extLst>
            </p:cNvPr>
            <p:cNvSpPr txBox="1"/>
            <p:nvPr/>
          </p:nvSpPr>
          <p:spPr>
            <a:xfrm>
              <a:off x="9130349" y="5026148"/>
              <a:ext cx="2257334" cy="646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Category expansion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Operations optimization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>
                  <a:latin typeface="Aptos" panose="020B0004020202020204" pitchFamily="34" charset="0"/>
                </a:rPr>
                <a:t> ROI &amp; playbook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38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EF982-EC87-D681-BBAB-C7977F81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">
            <a:extLst>
              <a:ext uri="{FF2B5EF4-FFF2-40B4-BE49-F238E27FC236}">
                <a16:creationId xmlns:a16="http://schemas.microsoft.com/office/drawing/2014/main" id="{FFE1B924-CD15-E889-77FD-6914006A5DBC}"/>
              </a:ext>
            </a:extLst>
          </p:cNvPr>
          <p:cNvSpPr/>
          <p:nvPr/>
        </p:nvSpPr>
        <p:spPr>
          <a:xfrm>
            <a:off x="2608785" y="2555309"/>
            <a:ext cx="2268000" cy="1972744"/>
          </a:xfrm>
          <a:custGeom>
            <a:avLst/>
            <a:gdLst>
              <a:gd name="connsiteX0" fmla="*/ 0 w 2872665"/>
              <a:gd name="connsiteY0" fmla="*/ 179028 h 1790279"/>
              <a:gd name="connsiteX1" fmla="*/ 179028 w 2872665"/>
              <a:gd name="connsiteY1" fmla="*/ 0 h 1790279"/>
              <a:gd name="connsiteX2" fmla="*/ 2693637 w 2872665"/>
              <a:gd name="connsiteY2" fmla="*/ 0 h 1790279"/>
              <a:gd name="connsiteX3" fmla="*/ 2872665 w 2872665"/>
              <a:gd name="connsiteY3" fmla="*/ 179028 h 1790279"/>
              <a:gd name="connsiteX4" fmla="*/ 2872665 w 2872665"/>
              <a:gd name="connsiteY4" fmla="*/ 1611251 h 1790279"/>
              <a:gd name="connsiteX5" fmla="*/ 2693637 w 2872665"/>
              <a:gd name="connsiteY5" fmla="*/ 1790279 h 1790279"/>
              <a:gd name="connsiteX6" fmla="*/ 179028 w 2872665"/>
              <a:gd name="connsiteY6" fmla="*/ 1790279 h 1790279"/>
              <a:gd name="connsiteX7" fmla="*/ 0 w 2872665"/>
              <a:gd name="connsiteY7" fmla="*/ 1611251 h 1790279"/>
              <a:gd name="connsiteX8" fmla="*/ 0 w 2872665"/>
              <a:gd name="connsiteY8" fmla="*/ 179028 h 179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72665" h="1790279">
                <a:moveTo>
                  <a:pt x="0" y="179028"/>
                </a:moveTo>
                <a:cubicBezTo>
                  <a:pt x="0" y="80154"/>
                  <a:pt x="80154" y="0"/>
                  <a:pt x="179028" y="0"/>
                </a:cubicBezTo>
                <a:lnTo>
                  <a:pt x="2693637" y="0"/>
                </a:lnTo>
                <a:cubicBezTo>
                  <a:pt x="2792511" y="0"/>
                  <a:pt x="2872665" y="80154"/>
                  <a:pt x="2872665" y="179028"/>
                </a:cubicBezTo>
                <a:lnTo>
                  <a:pt x="2872665" y="1611251"/>
                </a:lnTo>
                <a:cubicBezTo>
                  <a:pt x="2872665" y="1710125"/>
                  <a:pt x="2792511" y="1790279"/>
                  <a:pt x="2693637" y="1790279"/>
                </a:cubicBezTo>
                <a:lnTo>
                  <a:pt x="179028" y="1790279"/>
                </a:lnTo>
                <a:cubicBezTo>
                  <a:pt x="80154" y="1790279"/>
                  <a:pt x="0" y="1710125"/>
                  <a:pt x="0" y="1611251"/>
                </a:cubicBezTo>
                <a:lnTo>
                  <a:pt x="0" y="179028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000" tIns="36000" rIns="72000" bIns="72000" numCol="1" spcCol="1270" anchor="ctr" anchorCtr="0">
            <a:noAutofit/>
          </a:bodyPr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rgbClr val="000000"/>
                </a:solidFill>
              </a:rPr>
              <a:t>Adjust</a:t>
            </a:r>
            <a:r>
              <a:rPr lang="fr-FR" altLang="fr-FR" sz="1400">
                <a:solidFill>
                  <a:srgbClr val="000000"/>
                </a:solidFill>
              </a:rPr>
              <a:t> volumes to </a:t>
            </a:r>
            <a:r>
              <a:rPr lang="fr-FR" altLang="fr-FR" sz="1400" err="1">
                <a:solidFill>
                  <a:srgbClr val="000000"/>
                </a:solidFill>
              </a:rPr>
              <a:t>demand</a:t>
            </a:r>
            <a:endParaRPr lang="fr-FR" altLang="fr-FR" sz="140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rgbClr val="000000"/>
                </a:solidFill>
              </a:rPr>
              <a:t>Integrate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err="1">
                <a:solidFill>
                  <a:srgbClr val="000000"/>
                </a:solidFill>
              </a:rPr>
              <a:t>into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b="1">
                <a:solidFill>
                  <a:srgbClr val="000000"/>
                </a:solidFill>
              </a:rPr>
              <a:t>Drive</a:t>
            </a:r>
            <a:endParaRPr lang="fr-FR" altLang="fr-FR" sz="1400" b="1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rgbClr val="000000"/>
                </a:solidFill>
              </a:rPr>
              <a:t>Standardize</a:t>
            </a:r>
            <a:r>
              <a:rPr lang="fr-FR" altLang="fr-FR" sz="1400">
                <a:solidFill>
                  <a:srgbClr val="000000"/>
                </a:solidFill>
              </a:rPr>
              <a:t> process &amp; KPIs</a:t>
            </a:r>
            <a:endParaRPr lang="fr-FR" altLang="fr-FR" sz="1400">
              <a:solidFill>
                <a:schemeClr val="tx1"/>
              </a:solidFill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7CEC9C24-BFBD-17CC-7CC0-BB61FBFBB3F6}"/>
              </a:ext>
            </a:extLst>
          </p:cNvPr>
          <p:cNvSpPr/>
          <p:nvPr/>
        </p:nvSpPr>
        <p:spPr>
          <a:xfrm>
            <a:off x="6570261" y="3007149"/>
            <a:ext cx="2259322" cy="2217232"/>
          </a:xfrm>
          <a:prstGeom prst="leftCircularArrow">
            <a:avLst>
              <a:gd name="adj1" fmla="val 1696"/>
              <a:gd name="adj2" fmla="val 201780"/>
              <a:gd name="adj3" fmla="val 1555513"/>
              <a:gd name="adj4" fmla="val 8798014"/>
              <a:gd name="adj5" fmla="val 1979"/>
            </a:avLst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F00D7D6B-A03A-6E22-FD60-67B04A46FD9F}"/>
              </a:ext>
            </a:extLst>
          </p:cNvPr>
          <p:cNvSpPr/>
          <p:nvPr/>
        </p:nvSpPr>
        <p:spPr>
          <a:xfrm flipV="1">
            <a:off x="8829583" y="1862604"/>
            <a:ext cx="2259322" cy="2217232"/>
          </a:xfrm>
          <a:prstGeom prst="leftCircularArrow">
            <a:avLst>
              <a:gd name="adj1" fmla="val 1696"/>
              <a:gd name="adj2" fmla="val 201780"/>
              <a:gd name="adj3" fmla="val 1555513"/>
              <a:gd name="adj4" fmla="val 8798014"/>
              <a:gd name="adj5" fmla="val 1979"/>
            </a:avLst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4686299E-2299-18E0-9AE9-FDF6A6B6FCF0}"/>
              </a:ext>
            </a:extLst>
          </p:cNvPr>
          <p:cNvSpPr/>
          <p:nvPr/>
        </p:nvSpPr>
        <p:spPr>
          <a:xfrm flipV="1">
            <a:off x="4144179" y="1862604"/>
            <a:ext cx="2259322" cy="2217232"/>
          </a:xfrm>
          <a:prstGeom prst="leftCircularArrow">
            <a:avLst>
              <a:gd name="adj1" fmla="val 1696"/>
              <a:gd name="adj2" fmla="val 201780"/>
              <a:gd name="adj3" fmla="val 1555513"/>
              <a:gd name="adj4" fmla="val 8798014"/>
              <a:gd name="adj5" fmla="val 1979"/>
            </a:avLst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E13E5-D784-2497-7188-9613DF38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0" y="354284"/>
            <a:ext cx="10515600" cy="701954"/>
          </a:xfrm>
        </p:spPr>
        <p:txBody>
          <a:bodyPr>
            <a:normAutofit/>
          </a:bodyPr>
          <a:lstStyle/>
          <a:p>
            <a:r>
              <a:rPr lang="en-FR" sz="3200" b="1"/>
              <a:t>Outlook</a:t>
            </a:r>
            <a:r>
              <a:rPr lang="en-FR" sz="3200" b="1">
                <a:solidFill>
                  <a:schemeClr val="bg1"/>
                </a:solidFill>
              </a:rPr>
              <a:t> of content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508418A9-56BE-337B-1ED8-19C37D614016}"/>
              </a:ext>
            </a:extLst>
          </p:cNvPr>
          <p:cNvSpPr/>
          <p:nvPr/>
        </p:nvSpPr>
        <p:spPr>
          <a:xfrm>
            <a:off x="230303" y="2555309"/>
            <a:ext cx="2268000" cy="1972744"/>
          </a:xfrm>
          <a:custGeom>
            <a:avLst/>
            <a:gdLst>
              <a:gd name="connsiteX0" fmla="*/ 0 w 2872665"/>
              <a:gd name="connsiteY0" fmla="*/ 179028 h 1790279"/>
              <a:gd name="connsiteX1" fmla="*/ 179028 w 2872665"/>
              <a:gd name="connsiteY1" fmla="*/ 0 h 1790279"/>
              <a:gd name="connsiteX2" fmla="*/ 2693637 w 2872665"/>
              <a:gd name="connsiteY2" fmla="*/ 0 h 1790279"/>
              <a:gd name="connsiteX3" fmla="*/ 2872665 w 2872665"/>
              <a:gd name="connsiteY3" fmla="*/ 179028 h 1790279"/>
              <a:gd name="connsiteX4" fmla="*/ 2872665 w 2872665"/>
              <a:gd name="connsiteY4" fmla="*/ 1611251 h 1790279"/>
              <a:gd name="connsiteX5" fmla="*/ 2693637 w 2872665"/>
              <a:gd name="connsiteY5" fmla="*/ 1790279 h 1790279"/>
              <a:gd name="connsiteX6" fmla="*/ 179028 w 2872665"/>
              <a:gd name="connsiteY6" fmla="*/ 1790279 h 1790279"/>
              <a:gd name="connsiteX7" fmla="*/ 0 w 2872665"/>
              <a:gd name="connsiteY7" fmla="*/ 1611251 h 1790279"/>
              <a:gd name="connsiteX8" fmla="*/ 0 w 2872665"/>
              <a:gd name="connsiteY8" fmla="*/ 179028 h 179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72665" h="1790279">
                <a:moveTo>
                  <a:pt x="0" y="179028"/>
                </a:moveTo>
                <a:cubicBezTo>
                  <a:pt x="0" y="80154"/>
                  <a:pt x="80154" y="0"/>
                  <a:pt x="179028" y="0"/>
                </a:cubicBezTo>
                <a:lnTo>
                  <a:pt x="2693637" y="0"/>
                </a:lnTo>
                <a:cubicBezTo>
                  <a:pt x="2792511" y="0"/>
                  <a:pt x="2872665" y="80154"/>
                  <a:pt x="2872665" y="179028"/>
                </a:cubicBezTo>
                <a:lnTo>
                  <a:pt x="2872665" y="1611251"/>
                </a:lnTo>
                <a:cubicBezTo>
                  <a:pt x="2872665" y="1710125"/>
                  <a:pt x="2792511" y="1790279"/>
                  <a:pt x="2693637" y="1790279"/>
                </a:cubicBezTo>
                <a:lnTo>
                  <a:pt x="179028" y="1790279"/>
                </a:lnTo>
                <a:cubicBezTo>
                  <a:pt x="80154" y="1790279"/>
                  <a:pt x="0" y="1710125"/>
                  <a:pt x="0" y="1611251"/>
                </a:cubicBezTo>
                <a:lnTo>
                  <a:pt x="0" y="179028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000" tIns="216000" rIns="72000" bIns="72000" numCol="1" spcCol="1270" anchor="t" anchorCtr="0">
            <a:noAutofit/>
          </a:bodyPr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Launch in </a:t>
            </a:r>
            <a:r>
              <a:rPr lang="fr-FR" altLang="fr-FR" sz="1400" b="1">
                <a:solidFill>
                  <a:srgbClr val="000000"/>
                </a:solidFill>
              </a:rPr>
              <a:t>Darnétal</a:t>
            </a:r>
            <a:r>
              <a:rPr lang="fr-FR" altLang="fr-FR" sz="1400">
                <a:solidFill>
                  <a:srgbClr val="000000"/>
                </a:solidFill>
              </a:rPr>
              <a:t> (30 portions/</a:t>
            </a:r>
            <a:r>
              <a:rPr lang="fr-FR" altLang="fr-FR" sz="1400" err="1">
                <a:solidFill>
                  <a:srgbClr val="000000"/>
                </a:solidFill>
              </a:rPr>
              <a:t>day</a:t>
            </a:r>
            <a:r>
              <a:rPr lang="fr-FR" altLang="fr-FR" sz="1400">
                <a:solidFill>
                  <a:srgbClr val="000000"/>
                </a:solidFill>
              </a:rPr>
              <a:t>)</a:t>
            </a:r>
            <a:endParaRPr lang="fr-FR" altLang="fr-FR" sz="140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Basic AI </a:t>
            </a:r>
            <a:r>
              <a:rPr lang="fr-FR" altLang="fr-FR" sz="1400" err="1">
                <a:solidFill>
                  <a:srgbClr val="000000"/>
                </a:solidFill>
              </a:rPr>
              <a:t>tool</a:t>
            </a:r>
            <a:r>
              <a:rPr lang="fr-FR" altLang="fr-FR" sz="1400">
                <a:solidFill>
                  <a:srgbClr val="000000"/>
                </a:solidFill>
              </a:rPr>
              <a:t> + staff training</a:t>
            </a:r>
            <a:endParaRPr lang="fr-FR" altLang="fr-FR" sz="140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Track </a:t>
            </a:r>
            <a:r>
              <a:rPr lang="fr-FR" altLang="fr-FR" sz="1400" b="1" err="1">
                <a:solidFill>
                  <a:srgbClr val="000000"/>
                </a:solidFill>
              </a:rPr>
              <a:t>waste</a:t>
            </a:r>
            <a:r>
              <a:rPr lang="fr-FR" altLang="fr-FR" sz="1400" b="1">
                <a:solidFill>
                  <a:srgbClr val="000000"/>
                </a:solidFill>
              </a:rPr>
              <a:t>, </a:t>
            </a:r>
            <a:r>
              <a:rPr lang="fr-FR" altLang="fr-FR" sz="1400" b="1" err="1">
                <a:solidFill>
                  <a:srgbClr val="000000"/>
                </a:solidFill>
              </a:rPr>
              <a:t>margin</a:t>
            </a:r>
            <a:r>
              <a:rPr lang="fr-FR" altLang="fr-FR" sz="1400" b="1">
                <a:solidFill>
                  <a:srgbClr val="000000"/>
                </a:solidFill>
              </a:rPr>
              <a:t>, </a:t>
            </a:r>
            <a:r>
              <a:rPr lang="fr-FR" altLang="fr-FR" sz="1400" b="1" err="1">
                <a:solidFill>
                  <a:srgbClr val="000000"/>
                </a:solidFill>
              </a:rPr>
              <a:t>sell-through</a:t>
            </a:r>
            <a:endParaRPr lang="fr-FR" altLang="fr-FR" sz="1400" b="1">
              <a:solidFill>
                <a:schemeClr val="tx1"/>
              </a:solidFill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EAD66C74-495F-6B0D-775B-6A0CFE071B3A}"/>
              </a:ext>
            </a:extLst>
          </p:cNvPr>
          <p:cNvSpPr/>
          <p:nvPr/>
        </p:nvSpPr>
        <p:spPr>
          <a:xfrm>
            <a:off x="1695995" y="3007149"/>
            <a:ext cx="2259322" cy="2217232"/>
          </a:xfrm>
          <a:prstGeom prst="leftCircularArrow">
            <a:avLst>
              <a:gd name="adj1" fmla="val 1696"/>
              <a:gd name="adj2" fmla="val 201780"/>
              <a:gd name="adj3" fmla="val 1555513"/>
              <a:gd name="adj4" fmla="val 8798014"/>
              <a:gd name="adj5" fmla="val 1979"/>
            </a:avLst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653840CE-B2C8-DCFE-A685-BB8F5D00DD9F}"/>
              </a:ext>
            </a:extLst>
          </p:cNvPr>
          <p:cNvSpPr/>
          <p:nvPr/>
        </p:nvSpPr>
        <p:spPr>
          <a:xfrm>
            <a:off x="928185" y="4255927"/>
            <a:ext cx="1386000" cy="506681"/>
          </a:xfrm>
          <a:custGeom>
            <a:avLst/>
            <a:gdLst>
              <a:gd name="connsiteX0" fmla="*/ 0 w 1678035"/>
              <a:gd name="connsiteY0" fmla="*/ 50668 h 506681"/>
              <a:gd name="connsiteX1" fmla="*/ 50668 w 1678035"/>
              <a:gd name="connsiteY1" fmla="*/ 0 h 506681"/>
              <a:gd name="connsiteX2" fmla="*/ 1627367 w 1678035"/>
              <a:gd name="connsiteY2" fmla="*/ 0 h 506681"/>
              <a:gd name="connsiteX3" fmla="*/ 1678035 w 1678035"/>
              <a:gd name="connsiteY3" fmla="*/ 50668 h 506681"/>
              <a:gd name="connsiteX4" fmla="*/ 1678035 w 1678035"/>
              <a:gd name="connsiteY4" fmla="*/ 456013 h 506681"/>
              <a:gd name="connsiteX5" fmla="*/ 1627367 w 1678035"/>
              <a:gd name="connsiteY5" fmla="*/ 506681 h 506681"/>
              <a:gd name="connsiteX6" fmla="*/ 50668 w 1678035"/>
              <a:gd name="connsiteY6" fmla="*/ 506681 h 506681"/>
              <a:gd name="connsiteX7" fmla="*/ 0 w 1678035"/>
              <a:gd name="connsiteY7" fmla="*/ 456013 h 506681"/>
              <a:gd name="connsiteX8" fmla="*/ 0 w 1678035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8035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627367" y="0"/>
                </a:lnTo>
                <a:cubicBezTo>
                  <a:pt x="1655350" y="0"/>
                  <a:pt x="1678035" y="22685"/>
                  <a:pt x="1678035" y="50668"/>
                </a:cubicBezTo>
                <a:lnTo>
                  <a:pt x="1678035" y="456013"/>
                </a:lnTo>
                <a:cubicBezTo>
                  <a:pt x="1678035" y="483996"/>
                  <a:pt x="1655350" y="506681"/>
                  <a:pt x="1627367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cs typeface="Arial" panose="020B0604020202020204" pitchFamily="34" charset="0"/>
              </a:rPr>
              <a:t>PHASE 1</a:t>
            </a:r>
            <a:endParaRPr lang="en-GB" sz="1400" b="1" kern="1200">
              <a:cs typeface="Arial" panose="020B0604020202020204" pitchFamily="34" charset="0"/>
            </a:endParaRPr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F7147007-59B1-3CBA-2263-97E44F969BB8}"/>
              </a:ext>
            </a:extLst>
          </p:cNvPr>
          <p:cNvSpPr/>
          <p:nvPr/>
        </p:nvSpPr>
        <p:spPr>
          <a:xfrm>
            <a:off x="4987267" y="2555309"/>
            <a:ext cx="2268000" cy="1972744"/>
          </a:xfrm>
          <a:custGeom>
            <a:avLst/>
            <a:gdLst>
              <a:gd name="connsiteX0" fmla="*/ 0 w 2738542"/>
              <a:gd name="connsiteY0" fmla="*/ 180797 h 1807965"/>
              <a:gd name="connsiteX1" fmla="*/ 180797 w 2738542"/>
              <a:gd name="connsiteY1" fmla="*/ 0 h 1807965"/>
              <a:gd name="connsiteX2" fmla="*/ 2557746 w 2738542"/>
              <a:gd name="connsiteY2" fmla="*/ 0 h 1807965"/>
              <a:gd name="connsiteX3" fmla="*/ 2738543 w 2738542"/>
              <a:gd name="connsiteY3" fmla="*/ 180797 h 1807965"/>
              <a:gd name="connsiteX4" fmla="*/ 2738542 w 2738542"/>
              <a:gd name="connsiteY4" fmla="*/ 1627169 h 1807965"/>
              <a:gd name="connsiteX5" fmla="*/ 2557745 w 2738542"/>
              <a:gd name="connsiteY5" fmla="*/ 1807966 h 1807965"/>
              <a:gd name="connsiteX6" fmla="*/ 180797 w 2738542"/>
              <a:gd name="connsiteY6" fmla="*/ 1807965 h 1807965"/>
              <a:gd name="connsiteX7" fmla="*/ 0 w 2738542"/>
              <a:gd name="connsiteY7" fmla="*/ 1627168 h 1807965"/>
              <a:gd name="connsiteX8" fmla="*/ 0 w 2738542"/>
              <a:gd name="connsiteY8" fmla="*/ 180797 h 1807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8542" h="1807965">
                <a:moveTo>
                  <a:pt x="0" y="180797"/>
                </a:moveTo>
                <a:cubicBezTo>
                  <a:pt x="0" y="80946"/>
                  <a:pt x="80946" y="0"/>
                  <a:pt x="180797" y="0"/>
                </a:cubicBezTo>
                <a:lnTo>
                  <a:pt x="2557746" y="0"/>
                </a:lnTo>
                <a:cubicBezTo>
                  <a:pt x="2657597" y="0"/>
                  <a:pt x="2738543" y="80946"/>
                  <a:pt x="2738543" y="180797"/>
                </a:cubicBezTo>
                <a:cubicBezTo>
                  <a:pt x="2738543" y="662921"/>
                  <a:pt x="2738542" y="1145045"/>
                  <a:pt x="2738542" y="1627169"/>
                </a:cubicBezTo>
                <a:cubicBezTo>
                  <a:pt x="2738542" y="1727020"/>
                  <a:pt x="2657596" y="1807966"/>
                  <a:pt x="2557745" y="1807966"/>
                </a:cubicBezTo>
                <a:lnTo>
                  <a:pt x="180797" y="1807965"/>
                </a:lnTo>
                <a:cubicBezTo>
                  <a:pt x="80946" y="1807965"/>
                  <a:pt x="0" y="1727019"/>
                  <a:pt x="0" y="1627168"/>
                </a:cubicBezTo>
                <a:lnTo>
                  <a:pt x="0" y="180797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000" tIns="216000" rIns="72000" bIns="72000" numCol="1" spcCol="1270" anchor="t" anchorCtr="0">
            <a:noAutofit/>
          </a:bodyPr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Expand to </a:t>
            </a:r>
            <a:r>
              <a:rPr lang="fr-FR" altLang="fr-FR" sz="1400" b="1">
                <a:solidFill>
                  <a:srgbClr val="000000"/>
                </a:solidFill>
              </a:rPr>
              <a:t>3–5 Rouen stores</a:t>
            </a:r>
            <a:endParaRPr lang="fr-FR" altLang="fr-FR" sz="1400" b="1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rgbClr val="000000"/>
                </a:solidFill>
              </a:rPr>
              <a:t>Create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b="1" err="1">
                <a:solidFill>
                  <a:srgbClr val="000000"/>
                </a:solidFill>
              </a:rPr>
              <a:t>shared</a:t>
            </a:r>
            <a:r>
              <a:rPr lang="fr-FR" altLang="fr-FR" sz="1400" b="1">
                <a:solidFill>
                  <a:srgbClr val="000000"/>
                </a:solidFill>
              </a:rPr>
              <a:t> local transformation hub</a:t>
            </a:r>
            <a:endParaRPr lang="fr-FR" altLang="fr-FR" sz="1400" b="1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Short-distance </a:t>
            </a:r>
            <a:r>
              <a:rPr lang="fr-FR" altLang="fr-FR" sz="1400" err="1">
                <a:solidFill>
                  <a:srgbClr val="000000"/>
                </a:solidFill>
              </a:rPr>
              <a:t>logistics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err="1">
                <a:solidFill>
                  <a:srgbClr val="000000"/>
                </a:solidFill>
              </a:rPr>
              <a:t>only</a:t>
            </a:r>
            <a:endParaRPr lang="fr-FR" altLang="fr-FR" sz="1400">
              <a:solidFill>
                <a:schemeClr val="tx1"/>
              </a:solidFill>
            </a:endParaRPr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B21C0FB3-D03F-AED8-50AC-87064758B9A0}"/>
              </a:ext>
            </a:extLst>
          </p:cNvPr>
          <p:cNvSpPr/>
          <p:nvPr/>
        </p:nvSpPr>
        <p:spPr>
          <a:xfrm>
            <a:off x="3424198" y="2253958"/>
            <a:ext cx="1386000" cy="506681"/>
          </a:xfrm>
          <a:custGeom>
            <a:avLst/>
            <a:gdLst>
              <a:gd name="connsiteX0" fmla="*/ 0 w 1512576"/>
              <a:gd name="connsiteY0" fmla="*/ 50668 h 506681"/>
              <a:gd name="connsiteX1" fmla="*/ 50668 w 1512576"/>
              <a:gd name="connsiteY1" fmla="*/ 0 h 506681"/>
              <a:gd name="connsiteX2" fmla="*/ 1461908 w 1512576"/>
              <a:gd name="connsiteY2" fmla="*/ 0 h 506681"/>
              <a:gd name="connsiteX3" fmla="*/ 1512576 w 1512576"/>
              <a:gd name="connsiteY3" fmla="*/ 50668 h 506681"/>
              <a:gd name="connsiteX4" fmla="*/ 1512576 w 1512576"/>
              <a:gd name="connsiteY4" fmla="*/ 456013 h 506681"/>
              <a:gd name="connsiteX5" fmla="*/ 1461908 w 1512576"/>
              <a:gd name="connsiteY5" fmla="*/ 506681 h 506681"/>
              <a:gd name="connsiteX6" fmla="*/ 50668 w 1512576"/>
              <a:gd name="connsiteY6" fmla="*/ 506681 h 506681"/>
              <a:gd name="connsiteX7" fmla="*/ 0 w 1512576"/>
              <a:gd name="connsiteY7" fmla="*/ 456013 h 506681"/>
              <a:gd name="connsiteX8" fmla="*/ 0 w 1512576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2576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461908" y="0"/>
                </a:lnTo>
                <a:cubicBezTo>
                  <a:pt x="1489891" y="0"/>
                  <a:pt x="1512576" y="22685"/>
                  <a:pt x="1512576" y="50668"/>
                </a:cubicBezTo>
                <a:lnTo>
                  <a:pt x="1512576" y="456013"/>
                </a:lnTo>
                <a:cubicBezTo>
                  <a:pt x="1512576" y="483996"/>
                  <a:pt x="1489891" y="506681"/>
                  <a:pt x="1461908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cs typeface="Arial" panose="020B0604020202020204" pitchFamily="34" charset="0"/>
              </a:rPr>
              <a:t>PHASE 2</a:t>
            </a:r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473AFC4E-A249-B664-9C70-D0385E3F5877}"/>
              </a:ext>
            </a:extLst>
          </p:cNvPr>
          <p:cNvSpPr/>
          <p:nvPr/>
        </p:nvSpPr>
        <p:spPr>
          <a:xfrm>
            <a:off x="7365749" y="2555309"/>
            <a:ext cx="2268000" cy="1972744"/>
          </a:xfrm>
          <a:custGeom>
            <a:avLst/>
            <a:gdLst>
              <a:gd name="connsiteX0" fmla="*/ 0 w 2640483"/>
              <a:gd name="connsiteY0" fmla="*/ 175487 h 1754870"/>
              <a:gd name="connsiteX1" fmla="*/ 175487 w 2640483"/>
              <a:gd name="connsiteY1" fmla="*/ 0 h 1754870"/>
              <a:gd name="connsiteX2" fmla="*/ 2464996 w 2640483"/>
              <a:gd name="connsiteY2" fmla="*/ 0 h 1754870"/>
              <a:gd name="connsiteX3" fmla="*/ 2640483 w 2640483"/>
              <a:gd name="connsiteY3" fmla="*/ 175487 h 1754870"/>
              <a:gd name="connsiteX4" fmla="*/ 2640483 w 2640483"/>
              <a:gd name="connsiteY4" fmla="*/ 1579383 h 1754870"/>
              <a:gd name="connsiteX5" fmla="*/ 2464996 w 2640483"/>
              <a:gd name="connsiteY5" fmla="*/ 1754870 h 1754870"/>
              <a:gd name="connsiteX6" fmla="*/ 175487 w 2640483"/>
              <a:gd name="connsiteY6" fmla="*/ 1754870 h 1754870"/>
              <a:gd name="connsiteX7" fmla="*/ 0 w 2640483"/>
              <a:gd name="connsiteY7" fmla="*/ 1579383 h 1754870"/>
              <a:gd name="connsiteX8" fmla="*/ 0 w 2640483"/>
              <a:gd name="connsiteY8" fmla="*/ 175487 h 1754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0483" h="1754870">
                <a:moveTo>
                  <a:pt x="0" y="175487"/>
                </a:moveTo>
                <a:cubicBezTo>
                  <a:pt x="0" y="78568"/>
                  <a:pt x="78568" y="0"/>
                  <a:pt x="175487" y="0"/>
                </a:cubicBezTo>
                <a:lnTo>
                  <a:pt x="2464996" y="0"/>
                </a:lnTo>
                <a:cubicBezTo>
                  <a:pt x="2561915" y="0"/>
                  <a:pt x="2640483" y="78568"/>
                  <a:pt x="2640483" y="175487"/>
                </a:cubicBezTo>
                <a:lnTo>
                  <a:pt x="2640483" y="1579383"/>
                </a:lnTo>
                <a:cubicBezTo>
                  <a:pt x="2640483" y="1676302"/>
                  <a:pt x="2561915" y="1754870"/>
                  <a:pt x="2464996" y="1754870"/>
                </a:cubicBezTo>
                <a:lnTo>
                  <a:pt x="175487" y="1754870"/>
                </a:lnTo>
                <a:cubicBezTo>
                  <a:pt x="78568" y="1754870"/>
                  <a:pt x="0" y="1676302"/>
                  <a:pt x="0" y="1579383"/>
                </a:cubicBezTo>
                <a:lnTo>
                  <a:pt x="0" y="175487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000" tIns="36000" rIns="72000" bIns="72000" numCol="1" spcCol="1270" anchor="ctr" anchorCtr="0">
            <a:noAutofit/>
          </a:bodyPr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b="1" err="1">
                <a:solidFill>
                  <a:srgbClr val="000000"/>
                </a:solidFill>
              </a:rPr>
              <a:t>Shared</a:t>
            </a:r>
            <a:r>
              <a:rPr lang="fr-FR" altLang="fr-FR" sz="1400" b="1">
                <a:solidFill>
                  <a:srgbClr val="000000"/>
                </a:solidFill>
              </a:rPr>
              <a:t> AI </a:t>
            </a:r>
            <a:r>
              <a:rPr lang="fr-FR" altLang="fr-FR" sz="1400" b="1" err="1">
                <a:solidFill>
                  <a:srgbClr val="000000"/>
                </a:solidFill>
              </a:rPr>
              <a:t>dashboard</a:t>
            </a:r>
            <a:endParaRPr lang="fr-FR" altLang="fr-FR" sz="1400" b="1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Standard </a:t>
            </a:r>
            <a:r>
              <a:rPr lang="fr-FR" altLang="fr-FR" sz="1400" err="1">
                <a:solidFill>
                  <a:srgbClr val="000000"/>
                </a:solidFill>
              </a:rPr>
              <a:t>pricing</a:t>
            </a:r>
            <a:r>
              <a:rPr lang="fr-FR" altLang="fr-FR" sz="1400">
                <a:solidFill>
                  <a:srgbClr val="000000"/>
                </a:solidFill>
              </a:rPr>
              <a:t> &amp; </a:t>
            </a:r>
            <a:r>
              <a:rPr lang="fr-FR" altLang="fr-FR" sz="1400" err="1">
                <a:solidFill>
                  <a:srgbClr val="000000"/>
                </a:solidFill>
              </a:rPr>
              <a:t>governance</a:t>
            </a:r>
            <a:endParaRPr lang="fr-FR" altLang="fr-FR" sz="140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Performance </a:t>
            </a:r>
            <a:r>
              <a:rPr lang="fr-FR" altLang="fr-FR" sz="1400" err="1">
                <a:solidFill>
                  <a:srgbClr val="000000"/>
                </a:solidFill>
              </a:rPr>
              <a:t>tracking</a:t>
            </a:r>
            <a:endParaRPr lang="fr-FR" altLang="fr-FR" sz="1400">
              <a:solidFill>
                <a:schemeClr val="tx1"/>
              </a:solidFill>
            </a:endParaRPr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E6786923-2717-BEEB-23CC-9E3307CF5935}"/>
              </a:ext>
            </a:extLst>
          </p:cNvPr>
          <p:cNvSpPr/>
          <p:nvPr/>
        </p:nvSpPr>
        <p:spPr>
          <a:xfrm>
            <a:off x="8061757" y="2253958"/>
            <a:ext cx="1386000" cy="506681"/>
          </a:xfrm>
          <a:custGeom>
            <a:avLst/>
            <a:gdLst>
              <a:gd name="connsiteX0" fmla="*/ 0 w 1274134"/>
              <a:gd name="connsiteY0" fmla="*/ 50668 h 506681"/>
              <a:gd name="connsiteX1" fmla="*/ 50668 w 1274134"/>
              <a:gd name="connsiteY1" fmla="*/ 0 h 506681"/>
              <a:gd name="connsiteX2" fmla="*/ 1223466 w 1274134"/>
              <a:gd name="connsiteY2" fmla="*/ 0 h 506681"/>
              <a:gd name="connsiteX3" fmla="*/ 1274134 w 1274134"/>
              <a:gd name="connsiteY3" fmla="*/ 50668 h 506681"/>
              <a:gd name="connsiteX4" fmla="*/ 1274134 w 1274134"/>
              <a:gd name="connsiteY4" fmla="*/ 456013 h 506681"/>
              <a:gd name="connsiteX5" fmla="*/ 1223466 w 1274134"/>
              <a:gd name="connsiteY5" fmla="*/ 506681 h 506681"/>
              <a:gd name="connsiteX6" fmla="*/ 50668 w 1274134"/>
              <a:gd name="connsiteY6" fmla="*/ 506681 h 506681"/>
              <a:gd name="connsiteX7" fmla="*/ 0 w 1274134"/>
              <a:gd name="connsiteY7" fmla="*/ 456013 h 506681"/>
              <a:gd name="connsiteX8" fmla="*/ 0 w 1274134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74134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223466" y="0"/>
                </a:lnTo>
                <a:cubicBezTo>
                  <a:pt x="1251449" y="0"/>
                  <a:pt x="1274134" y="22685"/>
                  <a:pt x="1274134" y="50668"/>
                </a:cubicBezTo>
                <a:lnTo>
                  <a:pt x="1274134" y="456013"/>
                </a:lnTo>
                <a:cubicBezTo>
                  <a:pt x="1274134" y="483996"/>
                  <a:pt x="1251449" y="506681"/>
                  <a:pt x="1223466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cs typeface="Arial" panose="020B0604020202020204" pitchFamily="34" charset="0"/>
              </a:rPr>
              <a:t>PHASE 4</a:t>
            </a:r>
            <a:endParaRPr lang="en-GB" sz="1800" b="1" kern="1200">
              <a:cs typeface="Arial" panose="020B0604020202020204" pitchFamily="34" charset="0"/>
            </a:endParaRP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ADA94F0D-625D-B65B-BC66-3CE7268D7F47}"/>
              </a:ext>
            </a:extLst>
          </p:cNvPr>
          <p:cNvSpPr/>
          <p:nvPr/>
        </p:nvSpPr>
        <p:spPr>
          <a:xfrm>
            <a:off x="9744232" y="2555309"/>
            <a:ext cx="2268000" cy="1972744"/>
          </a:xfrm>
          <a:custGeom>
            <a:avLst/>
            <a:gdLst>
              <a:gd name="connsiteX0" fmla="*/ 0 w 2788309"/>
              <a:gd name="connsiteY0" fmla="*/ 170358 h 1703584"/>
              <a:gd name="connsiteX1" fmla="*/ 170358 w 2788309"/>
              <a:gd name="connsiteY1" fmla="*/ 0 h 1703584"/>
              <a:gd name="connsiteX2" fmla="*/ 2617951 w 2788309"/>
              <a:gd name="connsiteY2" fmla="*/ 0 h 1703584"/>
              <a:gd name="connsiteX3" fmla="*/ 2788309 w 2788309"/>
              <a:gd name="connsiteY3" fmla="*/ 170358 h 1703584"/>
              <a:gd name="connsiteX4" fmla="*/ 2788309 w 2788309"/>
              <a:gd name="connsiteY4" fmla="*/ 1533226 h 1703584"/>
              <a:gd name="connsiteX5" fmla="*/ 2617951 w 2788309"/>
              <a:gd name="connsiteY5" fmla="*/ 1703584 h 1703584"/>
              <a:gd name="connsiteX6" fmla="*/ 170358 w 2788309"/>
              <a:gd name="connsiteY6" fmla="*/ 1703584 h 1703584"/>
              <a:gd name="connsiteX7" fmla="*/ 0 w 2788309"/>
              <a:gd name="connsiteY7" fmla="*/ 1533226 h 1703584"/>
              <a:gd name="connsiteX8" fmla="*/ 0 w 2788309"/>
              <a:gd name="connsiteY8" fmla="*/ 170358 h 170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8309" h="1703584">
                <a:moveTo>
                  <a:pt x="0" y="170358"/>
                </a:moveTo>
                <a:cubicBezTo>
                  <a:pt x="0" y="76272"/>
                  <a:pt x="76272" y="0"/>
                  <a:pt x="170358" y="0"/>
                </a:cubicBezTo>
                <a:lnTo>
                  <a:pt x="2617951" y="0"/>
                </a:lnTo>
                <a:cubicBezTo>
                  <a:pt x="2712037" y="0"/>
                  <a:pt x="2788309" y="76272"/>
                  <a:pt x="2788309" y="170358"/>
                </a:cubicBezTo>
                <a:lnTo>
                  <a:pt x="2788309" y="1533226"/>
                </a:lnTo>
                <a:cubicBezTo>
                  <a:pt x="2788309" y="1627312"/>
                  <a:pt x="2712037" y="1703584"/>
                  <a:pt x="2617951" y="1703584"/>
                </a:cubicBezTo>
                <a:lnTo>
                  <a:pt x="170358" y="1703584"/>
                </a:lnTo>
                <a:cubicBezTo>
                  <a:pt x="76272" y="1703584"/>
                  <a:pt x="0" y="1627312"/>
                  <a:pt x="0" y="1533226"/>
                </a:cubicBezTo>
                <a:lnTo>
                  <a:pt x="0" y="170358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000" tIns="36000" rIns="72000" bIns="72000" numCol="1" spcCol="1270" anchor="ctr" anchorCtr="0">
            <a:noAutofit/>
          </a:bodyPr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err="1">
                <a:solidFill>
                  <a:srgbClr val="000000"/>
                </a:solidFill>
              </a:rPr>
              <a:t>Replicable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 b="1">
                <a:solidFill>
                  <a:srgbClr val="000000"/>
                </a:solidFill>
              </a:rPr>
              <a:t>local hub model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Best-practice </a:t>
            </a:r>
            <a:r>
              <a:rPr lang="fr-FR" altLang="fr-FR" sz="1400" err="1">
                <a:solidFill>
                  <a:srgbClr val="000000"/>
                </a:solidFill>
              </a:rPr>
              <a:t>playbook</a:t>
            </a:r>
            <a:endParaRPr lang="fr-FR" altLang="fr-FR" sz="1400">
              <a:solidFill>
                <a:srgbClr val="000000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>
                <a:solidFill>
                  <a:srgbClr val="000000"/>
                </a:solidFill>
              </a:rPr>
              <a:t>CSR </a:t>
            </a:r>
            <a:r>
              <a:rPr lang="fr-FR" altLang="fr-FR" sz="1400" err="1">
                <a:solidFill>
                  <a:srgbClr val="000000"/>
                </a:solidFill>
              </a:rPr>
              <a:t>integration</a:t>
            </a:r>
            <a:endParaRPr lang="fr-FR" altLang="fr-FR" sz="1400">
              <a:solidFill>
                <a:schemeClr val="tx1"/>
              </a:solidFill>
            </a:endParaRPr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0ED30AD6-BF89-0B27-7016-66652C10032F}"/>
              </a:ext>
            </a:extLst>
          </p:cNvPr>
          <p:cNvSpPr/>
          <p:nvPr/>
        </p:nvSpPr>
        <p:spPr>
          <a:xfrm>
            <a:off x="10478934" y="4255927"/>
            <a:ext cx="1386000" cy="506681"/>
          </a:xfrm>
          <a:custGeom>
            <a:avLst/>
            <a:gdLst>
              <a:gd name="connsiteX0" fmla="*/ 0 w 1274134"/>
              <a:gd name="connsiteY0" fmla="*/ 50668 h 506681"/>
              <a:gd name="connsiteX1" fmla="*/ 50668 w 1274134"/>
              <a:gd name="connsiteY1" fmla="*/ 0 h 506681"/>
              <a:gd name="connsiteX2" fmla="*/ 1223466 w 1274134"/>
              <a:gd name="connsiteY2" fmla="*/ 0 h 506681"/>
              <a:gd name="connsiteX3" fmla="*/ 1274134 w 1274134"/>
              <a:gd name="connsiteY3" fmla="*/ 50668 h 506681"/>
              <a:gd name="connsiteX4" fmla="*/ 1274134 w 1274134"/>
              <a:gd name="connsiteY4" fmla="*/ 456013 h 506681"/>
              <a:gd name="connsiteX5" fmla="*/ 1223466 w 1274134"/>
              <a:gd name="connsiteY5" fmla="*/ 506681 h 506681"/>
              <a:gd name="connsiteX6" fmla="*/ 50668 w 1274134"/>
              <a:gd name="connsiteY6" fmla="*/ 506681 h 506681"/>
              <a:gd name="connsiteX7" fmla="*/ 0 w 1274134"/>
              <a:gd name="connsiteY7" fmla="*/ 456013 h 506681"/>
              <a:gd name="connsiteX8" fmla="*/ 0 w 1274134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74134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223466" y="0"/>
                </a:lnTo>
                <a:cubicBezTo>
                  <a:pt x="1251449" y="0"/>
                  <a:pt x="1274134" y="22685"/>
                  <a:pt x="1274134" y="50668"/>
                </a:cubicBezTo>
                <a:lnTo>
                  <a:pt x="1274134" y="456013"/>
                </a:lnTo>
                <a:cubicBezTo>
                  <a:pt x="1274134" y="483996"/>
                  <a:pt x="1251449" y="506681"/>
                  <a:pt x="1223466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cs typeface="Arial" panose="020B0604020202020204" pitchFamily="34" charset="0"/>
              </a:rPr>
              <a:t>PHASE 5</a:t>
            </a:r>
            <a:endParaRPr lang="en-GB" sz="1800" b="1" kern="1200">
              <a:cs typeface="Arial" panose="020B0604020202020204" pitchFamily="34" charset="0"/>
            </a:endParaRPr>
          </a:p>
        </p:txBody>
      </p:sp>
      <p:sp>
        <p:nvSpPr>
          <p:cNvPr id="20" name="Freeform 14">
            <a:extLst>
              <a:ext uri="{FF2B5EF4-FFF2-40B4-BE49-F238E27FC236}">
                <a16:creationId xmlns:a16="http://schemas.microsoft.com/office/drawing/2014/main" id="{81A00274-F786-50A9-7F15-13540B1469AF}"/>
              </a:ext>
            </a:extLst>
          </p:cNvPr>
          <p:cNvSpPr/>
          <p:nvPr/>
        </p:nvSpPr>
        <p:spPr>
          <a:xfrm>
            <a:off x="5793881" y="4255927"/>
            <a:ext cx="1386000" cy="506681"/>
          </a:xfrm>
          <a:custGeom>
            <a:avLst/>
            <a:gdLst>
              <a:gd name="connsiteX0" fmla="*/ 0 w 1512576"/>
              <a:gd name="connsiteY0" fmla="*/ 50668 h 506681"/>
              <a:gd name="connsiteX1" fmla="*/ 50668 w 1512576"/>
              <a:gd name="connsiteY1" fmla="*/ 0 h 506681"/>
              <a:gd name="connsiteX2" fmla="*/ 1461908 w 1512576"/>
              <a:gd name="connsiteY2" fmla="*/ 0 h 506681"/>
              <a:gd name="connsiteX3" fmla="*/ 1512576 w 1512576"/>
              <a:gd name="connsiteY3" fmla="*/ 50668 h 506681"/>
              <a:gd name="connsiteX4" fmla="*/ 1512576 w 1512576"/>
              <a:gd name="connsiteY4" fmla="*/ 456013 h 506681"/>
              <a:gd name="connsiteX5" fmla="*/ 1461908 w 1512576"/>
              <a:gd name="connsiteY5" fmla="*/ 506681 h 506681"/>
              <a:gd name="connsiteX6" fmla="*/ 50668 w 1512576"/>
              <a:gd name="connsiteY6" fmla="*/ 506681 h 506681"/>
              <a:gd name="connsiteX7" fmla="*/ 0 w 1512576"/>
              <a:gd name="connsiteY7" fmla="*/ 456013 h 506681"/>
              <a:gd name="connsiteX8" fmla="*/ 0 w 1512576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2576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461908" y="0"/>
                </a:lnTo>
                <a:cubicBezTo>
                  <a:pt x="1489891" y="0"/>
                  <a:pt x="1512576" y="22685"/>
                  <a:pt x="1512576" y="50668"/>
                </a:cubicBezTo>
                <a:lnTo>
                  <a:pt x="1512576" y="456013"/>
                </a:lnTo>
                <a:cubicBezTo>
                  <a:pt x="1512576" y="483996"/>
                  <a:pt x="1489891" y="506681"/>
                  <a:pt x="1461908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cs typeface="Arial" panose="020B0604020202020204" pitchFamily="34" charset="0"/>
              </a:rPr>
              <a:t>PHASE 3</a:t>
            </a: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CABCF355-3416-51EF-4CC4-F0EBE54D007F}"/>
              </a:ext>
            </a:extLst>
          </p:cNvPr>
          <p:cNvSpPr/>
          <p:nvPr/>
        </p:nvSpPr>
        <p:spPr>
          <a:xfrm>
            <a:off x="333394" y="5376019"/>
            <a:ext cx="2061818" cy="557349"/>
          </a:xfrm>
          <a:custGeom>
            <a:avLst/>
            <a:gdLst>
              <a:gd name="connsiteX0" fmla="*/ 0 w 1678035"/>
              <a:gd name="connsiteY0" fmla="*/ 50668 h 506681"/>
              <a:gd name="connsiteX1" fmla="*/ 50668 w 1678035"/>
              <a:gd name="connsiteY1" fmla="*/ 0 h 506681"/>
              <a:gd name="connsiteX2" fmla="*/ 1627367 w 1678035"/>
              <a:gd name="connsiteY2" fmla="*/ 0 h 506681"/>
              <a:gd name="connsiteX3" fmla="*/ 1678035 w 1678035"/>
              <a:gd name="connsiteY3" fmla="*/ 50668 h 506681"/>
              <a:gd name="connsiteX4" fmla="*/ 1678035 w 1678035"/>
              <a:gd name="connsiteY4" fmla="*/ 456013 h 506681"/>
              <a:gd name="connsiteX5" fmla="*/ 1627367 w 1678035"/>
              <a:gd name="connsiteY5" fmla="*/ 506681 h 506681"/>
              <a:gd name="connsiteX6" fmla="*/ 50668 w 1678035"/>
              <a:gd name="connsiteY6" fmla="*/ 506681 h 506681"/>
              <a:gd name="connsiteX7" fmla="*/ 0 w 1678035"/>
              <a:gd name="connsiteY7" fmla="*/ 456013 h 506681"/>
              <a:gd name="connsiteX8" fmla="*/ 0 w 1678035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8035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627367" y="0"/>
                </a:lnTo>
                <a:cubicBezTo>
                  <a:pt x="1655350" y="0"/>
                  <a:pt x="1678035" y="22685"/>
                  <a:pt x="1678035" y="50668"/>
                </a:cubicBezTo>
                <a:lnTo>
                  <a:pt x="1678035" y="456013"/>
                </a:lnTo>
                <a:cubicBezTo>
                  <a:pt x="1678035" y="483996"/>
                  <a:pt x="1655350" y="506681"/>
                  <a:pt x="1627367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>
                <a:solidFill>
                  <a:sysClr val="windowText" lastClr="000000"/>
                </a:solidFill>
                <a:cs typeface="Arial" panose="020B0604020202020204" pitchFamily="34" charset="0"/>
              </a:rPr>
              <a:t>0-6 months</a:t>
            </a:r>
            <a:endParaRPr lang="en-GB" sz="1400" b="1" kern="120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27" name="Freeform 14">
            <a:extLst>
              <a:ext uri="{FF2B5EF4-FFF2-40B4-BE49-F238E27FC236}">
                <a16:creationId xmlns:a16="http://schemas.microsoft.com/office/drawing/2014/main" id="{7A83C844-7BC9-0D2D-9D8E-45C70E466481}"/>
              </a:ext>
            </a:extLst>
          </p:cNvPr>
          <p:cNvSpPr/>
          <p:nvPr/>
        </p:nvSpPr>
        <p:spPr>
          <a:xfrm>
            <a:off x="2711876" y="5376019"/>
            <a:ext cx="2061818" cy="557349"/>
          </a:xfrm>
          <a:custGeom>
            <a:avLst/>
            <a:gdLst>
              <a:gd name="connsiteX0" fmla="*/ 0 w 1512576"/>
              <a:gd name="connsiteY0" fmla="*/ 50668 h 506681"/>
              <a:gd name="connsiteX1" fmla="*/ 50668 w 1512576"/>
              <a:gd name="connsiteY1" fmla="*/ 0 h 506681"/>
              <a:gd name="connsiteX2" fmla="*/ 1461908 w 1512576"/>
              <a:gd name="connsiteY2" fmla="*/ 0 h 506681"/>
              <a:gd name="connsiteX3" fmla="*/ 1512576 w 1512576"/>
              <a:gd name="connsiteY3" fmla="*/ 50668 h 506681"/>
              <a:gd name="connsiteX4" fmla="*/ 1512576 w 1512576"/>
              <a:gd name="connsiteY4" fmla="*/ 456013 h 506681"/>
              <a:gd name="connsiteX5" fmla="*/ 1461908 w 1512576"/>
              <a:gd name="connsiteY5" fmla="*/ 506681 h 506681"/>
              <a:gd name="connsiteX6" fmla="*/ 50668 w 1512576"/>
              <a:gd name="connsiteY6" fmla="*/ 506681 h 506681"/>
              <a:gd name="connsiteX7" fmla="*/ 0 w 1512576"/>
              <a:gd name="connsiteY7" fmla="*/ 456013 h 506681"/>
              <a:gd name="connsiteX8" fmla="*/ 0 w 1512576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2576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461908" y="0"/>
                </a:lnTo>
                <a:cubicBezTo>
                  <a:pt x="1489891" y="0"/>
                  <a:pt x="1512576" y="22685"/>
                  <a:pt x="1512576" y="50668"/>
                </a:cubicBezTo>
                <a:lnTo>
                  <a:pt x="1512576" y="456013"/>
                </a:lnTo>
                <a:cubicBezTo>
                  <a:pt x="1512576" y="483996"/>
                  <a:pt x="1489891" y="506681"/>
                  <a:pt x="1461908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solidFill>
                  <a:sysClr val="windowText" lastClr="000000"/>
                </a:solidFill>
                <a:cs typeface="Arial" panose="020B0604020202020204" pitchFamily="34" charset="0"/>
              </a:rPr>
              <a:t>6-18 months</a:t>
            </a:r>
          </a:p>
        </p:txBody>
      </p:sp>
      <p:sp>
        <p:nvSpPr>
          <p:cNvPr id="28" name="Freeform 17">
            <a:extLst>
              <a:ext uri="{FF2B5EF4-FFF2-40B4-BE49-F238E27FC236}">
                <a16:creationId xmlns:a16="http://schemas.microsoft.com/office/drawing/2014/main" id="{43C011B6-BE83-5006-3B21-99A9D54FF7D6}"/>
              </a:ext>
            </a:extLst>
          </p:cNvPr>
          <p:cNvSpPr/>
          <p:nvPr/>
        </p:nvSpPr>
        <p:spPr>
          <a:xfrm>
            <a:off x="7468840" y="5376019"/>
            <a:ext cx="2061818" cy="557349"/>
          </a:xfrm>
          <a:custGeom>
            <a:avLst/>
            <a:gdLst>
              <a:gd name="connsiteX0" fmla="*/ 0 w 1274134"/>
              <a:gd name="connsiteY0" fmla="*/ 50668 h 506681"/>
              <a:gd name="connsiteX1" fmla="*/ 50668 w 1274134"/>
              <a:gd name="connsiteY1" fmla="*/ 0 h 506681"/>
              <a:gd name="connsiteX2" fmla="*/ 1223466 w 1274134"/>
              <a:gd name="connsiteY2" fmla="*/ 0 h 506681"/>
              <a:gd name="connsiteX3" fmla="*/ 1274134 w 1274134"/>
              <a:gd name="connsiteY3" fmla="*/ 50668 h 506681"/>
              <a:gd name="connsiteX4" fmla="*/ 1274134 w 1274134"/>
              <a:gd name="connsiteY4" fmla="*/ 456013 h 506681"/>
              <a:gd name="connsiteX5" fmla="*/ 1223466 w 1274134"/>
              <a:gd name="connsiteY5" fmla="*/ 506681 h 506681"/>
              <a:gd name="connsiteX6" fmla="*/ 50668 w 1274134"/>
              <a:gd name="connsiteY6" fmla="*/ 506681 h 506681"/>
              <a:gd name="connsiteX7" fmla="*/ 0 w 1274134"/>
              <a:gd name="connsiteY7" fmla="*/ 456013 h 506681"/>
              <a:gd name="connsiteX8" fmla="*/ 0 w 1274134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74134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223466" y="0"/>
                </a:lnTo>
                <a:cubicBezTo>
                  <a:pt x="1251449" y="0"/>
                  <a:pt x="1274134" y="22685"/>
                  <a:pt x="1274134" y="50668"/>
                </a:cubicBezTo>
                <a:lnTo>
                  <a:pt x="1274134" y="456013"/>
                </a:lnTo>
                <a:cubicBezTo>
                  <a:pt x="1274134" y="483996"/>
                  <a:pt x="1251449" y="506681"/>
                  <a:pt x="1223466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solidFill>
                  <a:sysClr val="windowText" lastClr="000000"/>
                </a:solidFill>
                <a:cs typeface="Arial" panose="020B0604020202020204" pitchFamily="34" charset="0"/>
              </a:rPr>
              <a:t>Year 3-4</a:t>
            </a:r>
            <a:endParaRPr lang="en-GB" sz="1800" b="1" kern="120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29" name="Freeform 19">
            <a:extLst>
              <a:ext uri="{FF2B5EF4-FFF2-40B4-BE49-F238E27FC236}">
                <a16:creationId xmlns:a16="http://schemas.microsoft.com/office/drawing/2014/main" id="{F15FAB44-9B37-1FDE-A2F2-F0BCDEC00984}"/>
              </a:ext>
            </a:extLst>
          </p:cNvPr>
          <p:cNvSpPr/>
          <p:nvPr/>
        </p:nvSpPr>
        <p:spPr>
          <a:xfrm>
            <a:off x="9847323" y="5376019"/>
            <a:ext cx="2061818" cy="557349"/>
          </a:xfrm>
          <a:custGeom>
            <a:avLst/>
            <a:gdLst>
              <a:gd name="connsiteX0" fmla="*/ 0 w 1274134"/>
              <a:gd name="connsiteY0" fmla="*/ 50668 h 506681"/>
              <a:gd name="connsiteX1" fmla="*/ 50668 w 1274134"/>
              <a:gd name="connsiteY1" fmla="*/ 0 h 506681"/>
              <a:gd name="connsiteX2" fmla="*/ 1223466 w 1274134"/>
              <a:gd name="connsiteY2" fmla="*/ 0 h 506681"/>
              <a:gd name="connsiteX3" fmla="*/ 1274134 w 1274134"/>
              <a:gd name="connsiteY3" fmla="*/ 50668 h 506681"/>
              <a:gd name="connsiteX4" fmla="*/ 1274134 w 1274134"/>
              <a:gd name="connsiteY4" fmla="*/ 456013 h 506681"/>
              <a:gd name="connsiteX5" fmla="*/ 1223466 w 1274134"/>
              <a:gd name="connsiteY5" fmla="*/ 506681 h 506681"/>
              <a:gd name="connsiteX6" fmla="*/ 50668 w 1274134"/>
              <a:gd name="connsiteY6" fmla="*/ 506681 h 506681"/>
              <a:gd name="connsiteX7" fmla="*/ 0 w 1274134"/>
              <a:gd name="connsiteY7" fmla="*/ 456013 h 506681"/>
              <a:gd name="connsiteX8" fmla="*/ 0 w 1274134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74134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223466" y="0"/>
                </a:lnTo>
                <a:cubicBezTo>
                  <a:pt x="1251449" y="0"/>
                  <a:pt x="1274134" y="22685"/>
                  <a:pt x="1274134" y="50668"/>
                </a:cubicBezTo>
                <a:lnTo>
                  <a:pt x="1274134" y="456013"/>
                </a:lnTo>
                <a:cubicBezTo>
                  <a:pt x="1274134" y="483996"/>
                  <a:pt x="1251449" y="506681"/>
                  <a:pt x="1223466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solidFill>
                  <a:sysClr val="windowText" lastClr="000000"/>
                </a:solidFill>
                <a:cs typeface="Arial" panose="020B0604020202020204" pitchFamily="34" charset="0"/>
              </a:rPr>
              <a:t>Year 4+</a:t>
            </a:r>
            <a:endParaRPr lang="en-GB" sz="1800" b="1" kern="120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30" name="Freeform 14">
            <a:extLst>
              <a:ext uri="{FF2B5EF4-FFF2-40B4-BE49-F238E27FC236}">
                <a16:creationId xmlns:a16="http://schemas.microsoft.com/office/drawing/2014/main" id="{48C7F328-2C19-B878-EB99-3C839077A1ED}"/>
              </a:ext>
            </a:extLst>
          </p:cNvPr>
          <p:cNvSpPr/>
          <p:nvPr/>
        </p:nvSpPr>
        <p:spPr>
          <a:xfrm>
            <a:off x="5090358" y="5376019"/>
            <a:ext cx="2061818" cy="557349"/>
          </a:xfrm>
          <a:custGeom>
            <a:avLst/>
            <a:gdLst>
              <a:gd name="connsiteX0" fmla="*/ 0 w 1512576"/>
              <a:gd name="connsiteY0" fmla="*/ 50668 h 506681"/>
              <a:gd name="connsiteX1" fmla="*/ 50668 w 1512576"/>
              <a:gd name="connsiteY1" fmla="*/ 0 h 506681"/>
              <a:gd name="connsiteX2" fmla="*/ 1461908 w 1512576"/>
              <a:gd name="connsiteY2" fmla="*/ 0 h 506681"/>
              <a:gd name="connsiteX3" fmla="*/ 1512576 w 1512576"/>
              <a:gd name="connsiteY3" fmla="*/ 50668 h 506681"/>
              <a:gd name="connsiteX4" fmla="*/ 1512576 w 1512576"/>
              <a:gd name="connsiteY4" fmla="*/ 456013 h 506681"/>
              <a:gd name="connsiteX5" fmla="*/ 1461908 w 1512576"/>
              <a:gd name="connsiteY5" fmla="*/ 506681 h 506681"/>
              <a:gd name="connsiteX6" fmla="*/ 50668 w 1512576"/>
              <a:gd name="connsiteY6" fmla="*/ 506681 h 506681"/>
              <a:gd name="connsiteX7" fmla="*/ 0 w 1512576"/>
              <a:gd name="connsiteY7" fmla="*/ 456013 h 506681"/>
              <a:gd name="connsiteX8" fmla="*/ 0 w 1512576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2576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461908" y="0"/>
                </a:lnTo>
                <a:cubicBezTo>
                  <a:pt x="1489891" y="0"/>
                  <a:pt x="1512576" y="22685"/>
                  <a:pt x="1512576" y="50668"/>
                </a:cubicBezTo>
                <a:lnTo>
                  <a:pt x="1512576" y="456013"/>
                </a:lnTo>
                <a:cubicBezTo>
                  <a:pt x="1512576" y="483996"/>
                  <a:pt x="1489891" y="506681"/>
                  <a:pt x="1461908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solidFill>
                  <a:sysClr val="windowText" lastClr="000000"/>
                </a:solidFill>
                <a:cs typeface="Arial" panose="020B0604020202020204" pitchFamily="34" charset="0"/>
              </a:rPr>
              <a:t>After 24 months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BCAC51B8-C511-AD31-DBAE-5685F3324D5D}"/>
              </a:ext>
            </a:extLst>
          </p:cNvPr>
          <p:cNvCxnSpPr/>
          <p:nvPr/>
        </p:nvCxnSpPr>
        <p:spPr>
          <a:xfrm>
            <a:off x="2546155" y="5341576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BC0E190D-5C80-5FBF-4732-6657625C706C}"/>
              </a:ext>
            </a:extLst>
          </p:cNvPr>
          <p:cNvCxnSpPr/>
          <p:nvPr/>
        </p:nvCxnSpPr>
        <p:spPr>
          <a:xfrm>
            <a:off x="9697499" y="5341576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9000EB85-4F75-EE31-EE28-2B38C63AB8A9}"/>
              </a:ext>
            </a:extLst>
          </p:cNvPr>
          <p:cNvCxnSpPr/>
          <p:nvPr/>
        </p:nvCxnSpPr>
        <p:spPr>
          <a:xfrm>
            <a:off x="7313717" y="5341576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0F68F5F8-847C-D1EC-D867-0C94967B6E15}"/>
              </a:ext>
            </a:extLst>
          </p:cNvPr>
          <p:cNvCxnSpPr/>
          <p:nvPr/>
        </p:nvCxnSpPr>
        <p:spPr>
          <a:xfrm>
            <a:off x="4929936" y="5341576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78827195-85E6-FB11-8DE2-1D78C56060BF}"/>
              </a:ext>
            </a:extLst>
          </p:cNvPr>
          <p:cNvCxnSpPr/>
          <p:nvPr/>
        </p:nvCxnSpPr>
        <p:spPr>
          <a:xfrm>
            <a:off x="230303" y="5341576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855A0EBF-78CD-F064-65E1-FA8A139738DC}"/>
              </a:ext>
            </a:extLst>
          </p:cNvPr>
          <p:cNvCxnSpPr/>
          <p:nvPr/>
        </p:nvCxnSpPr>
        <p:spPr>
          <a:xfrm>
            <a:off x="12012232" y="5341576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11">
            <a:extLst>
              <a:ext uri="{FF2B5EF4-FFF2-40B4-BE49-F238E27FC236}">
                <a16:creationId xmlns:a16="http://schemas.microsoft.com/office/drawing/2014/main" id="{09651880-4681-A632-D8E3-26FD01C29389}"/>
              </a:ext>
            </a:extLst>
          </p:cNvPr>
          <p:cNvSpPr/>
          <p:nvPr/>
        </p:nvSpPr>
        <p:spPr>
          <a:xfrm>
            <a:off x="333394" y="1267474"/>
            <a:ext cx="2061818" cy="557349"/>
          </a:xfrm>
          <a:custGeom>
            <a:avLst/>
            <a:gdLst>
              <a:gd name="connsiteX0" fmla="*/ 0 w 1678035"/>
              <a:gd name="connsiteY0" fmla="*/ 50668 h 506681"/>
              <a:gd name="connsiteX1" fmla="*/ 50668 w 1678035"/>
              <a:gd name="connsiteY1" fmla="*/ 0 h 506681"/>
              <a:gd name="connsiteX2" fmla="*/ 1627367 w 1678035"/>
              <a:gd name="connsiteY2" fmla="*/ 0 h 506681"/>
              <a:gd name="connsiteX3" fmla="*/ 1678035 w 1678035"/>
              <a:gd name="connsiteY3" fmla="*/ 50668 h 506681"/>
              <a:gd name="connsiteX4" fmla="*/ 1678035 w 1678035"/>
              <a:gd name="connsiteY4" fmla="*/ 456013 h 506681"/>
              <a:gd name="connsiteX5" fmla="*/ 1627367 w 1678035"/>
              <a:gd name="connsiteY5" fmla="*/ 506681 h 506681"/>
              <a:gd name="connsiteX6" fmla="*/ 50668 w 1678035"/>
              <a:gd name="connsiteY6" fmla="*/ 506681 h 506681"/>
              <a:gd name="connsiteX7" fmla="*/ 0 w 1678035"/>
              <a:gd name="connsiteY7" fmla="*/ 456013 h 506681"/>
              <a:gd name="connsiteX8" fmla="*/ 0 w 1678035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78035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627367" y="0"/>
                </a:lnTo>
                <a:cubicBezTo>
                  <a:pt x="1655350" y="0"/>
                  <a:pt x="1678035" y="22685"/>
                  <a:pt x="1678035" y="50668"/>
                </a:cubicBezTo>
                <a:lnTo>
                  <a:pt x="1678035" y="456013"/>
                </a:lnTo>
                <a:cubicBezTo>
                  <a:pt x="1678035" y="483996"/>
                  <a:pt x="1655350" y="506681"/>
                  <a:pt x="1627367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>
                <a:solidFill>
                  <a:sysClr val="windowText" lastClr="000000"/>
                </a:solidFill>
                <a:cs typeface="Arial" panose="020B0604020202020204" pitchFamily="34" charset="0"/>
              </a:rPr>
              <a:t>Pilot Store</a:t>
            </a:r>
            <a:endParaRPr lang="en-GB" sz="1400" b="1" kern="120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46" name="Freeform 14">
            <a:extLst>
              <a:ext uri="{FF2B5EF4-FFF2-40B4-BE49-F238E27FC236}">
                <a16:creationId xmlns:a16="http://schemas.microsoft.com/office/drawing/2014/main" id="{B442000B-DEE9-AD7C-847F-EB0232A1E12D}"/>
              </a:ext>
            </a:extLst>
          </p:cNvPr>
          <p:cNvSpPr/>
          <p:nvPr/>
        </p:nvSpPr>
        <p:spPr>
          <a:xfrm>
            <a:off x="2711876" y="1267474"/>
            <a:ext cx="2061818" cy="557349"/>
          </a:xfrm>
          <a:custGeom>
            <a:avLst/>
            <a:gdLst>
              <a:gd name="connsiteX0" fmla="*/ 0 w 1512576"/>
              <a:gd name="connsiteY0" fmla="*/ 50668 h 506681"/>
              <a:gd name="connsiteX1" fmla="*/ 50668 w 1512576"/>
              <a:gd name="connsiteY1" fmla="*/ 0 h 506681"/>
              <a:gd name="connsiteX2" fmla="*/ 1461908 w 1512576"/>
              <a:gd name="connsiteY2" fmla="*/ 0 h 506681"/>
              <a:gd name="connsiteX3" fmla="*/ 1512576 w 1512576"/>
              <a:gd name="connsiteY3" fmla="*/ 50668 h 506681"/>
              <a:gd name="connsiteX4" fmla="*/ 1512576 w 1512576"/>
              <a:gd name="connsiteY4" fmla="*/ 456013 h 506681"/>
              <a:gd name="connsiteX5" fmla="*/ 1461908 w 1512576"/>
              <a:gd name="connsiteY5" fmla="*/ 506681 h 506681"/>
              <a:gd name="connsiteX6" fmla="*/ 50668 w 1512576"/>
              <a:gd name="connsiteY6" fmla="*/ 506681 h 506681"/>
              <a:gd name="connsiteX7" fmla="*/ 0 w 1512576"/>
              <a:gd name="connsiteY7" fmla="*/ 456013 h 506681"/>
              <a:gd name="connsiteX8" fmla="*/ 0 w 1512576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2576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461908" y="0"/>
                </a:lnTo>
                <a:cubicBezTo>
                  <a:pt x="1489891" y="0"/>
                  <a:pt x="1512576" y="22685"/>
                  <a:pt x="1512576" y="50668"/>
                </a:cubicBezTo>
                <a:lnTo>
                  <a:pt x="1512576" y="456013"/>
                </a:lnTo>
                <a:cubicBezTo>
                  <a:pt x="1512576" y="483996"/>
                  <a:pt x="1489891" y="506681"/>
                  <a:pt x="1461908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solidFill>
                  <a:sysClr val="windowText" lastClr="000000"/>
                </a:solidFill>
                <a:cs typeface="Arial" panose="020B0604020202020204" pitchFamily="34" charset="0"/>
              </a:rPr>
              <a:t>Optimization &amp; Stabilization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4AA29792-D399-5731-F52E-E930CC3D77B3}"/>
              </a:ext>
            </a:extLst>
          </p:cNvPr>
          <p:cNvSpPr/>
          <p:nvPr/>
        </p:nvSpPr>
        <p:spPr>
          <a:xfrm>
            <a:off x="7468840" y="1267474"/>
            <a:ext cx="2061818" cy="557349"/>
          </a:xfrm>
          <a:custGeom>
            <a:avLst/>
            <a:gdLst>
              <a:gd name="connsiteX0" fmla="*/ 0 w 1274134"/>
              <a:gd name="connsiteY0" fmla="*/ 50668 h 506681"/>
              <a:gd name="connsiteX1" fmla="*/ 50668 w 1274134"/>
              <a:gd name="connsiteY1" fmla="*/ 0 h 506681"/>
              <a:gd name="connsiteX2" fmla="*/ 1223466 w 1274134"/>
              <a:gd name="connsiteY2" fmla="*/ 0 h 506681"/>
              <a:gd name="connsiteX3" fmla="*/ 1274134 w 1274134"/>
              <a:gd name="connsiteY3" fmla="*/ 50668 h 506681"/>
              <a:gd name="connsiteX4" fmla="*/ 1274134 w 1274134"/>
              <a:gd name="connsiteY4" fmla="*/ 456013 h 506681"/>
              <a:gd name="connsiteX5" fmla="*/ 1223466 w 1274134"/>
              <a:gd name="connsiteY5" fmla="*/ 506681 h 506681"/>
              <a:gd name="connsiteX6" fmla="*/ 50668 w 1274134"/>
              <a:gd name="connsiteY6" fmla="*/ 506681 h 506681"/>
              <a:gd name="connsiteX7" fmla="*/ 0 w 1274134"/>
              <a:gd name="connsiteY7" fmla="*/ 456013 h 506681"/>
              <a:gd name="connsiteX8" fmla="*/ 0 w 1274134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74134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223466" y="0"/>
                </a:lnTo>
                <a:cubicBezTo>
                  <a:pt x="1251449" y="0"/>
                  <a:pt x="1274134" y="22685"/>
                  <a:pt x="1274134" y="50668"/>
                </a:cubicBezTo>
                <a:lnTo>
                  <a:pt x="1274134" y="456013"/>
                </a:lnTo>
                <a:cubicBezTo>
                  <a:pt x="1274134" y="483996"/>
                  <a:pt x="1251449" y="506681"/>
                  <a:pt x="1223466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solidFill>
                  <a:sysClr val="windowText" lastClr="000000"/>
                </a:solidFill>
                <a:cs typeface="Arial" panose="020B0604020202020204" pitchFamily="34" charset="0"/>
              </a:rPr>
              <a:t>Automation &amp; Regional Structuring</a:t>
            </a:r>
            <a:endParaRPr lang="en-GB" sz="1800" b="1" kern="120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48" name="Freeform 19">
            <a:extLst>
              <a:ext uri="{FF2B5EF4-FFF2-40B4-BE49-F238E27FC236}">
                <a16:creationId xmlns:a16="http://schemas.microsoft.com/office/drawing/2014/main" id="{FC3F790E-8BED-CEE9-6903-A936F09C2226}"/>
              </a:ext>
            </a:extLst>
          </p:cNvPr>
          <p:cNvSpPr/>
          <p:nvPr/>
        </p:nvSpPr>
        <p:spPr>
          <a:xfrm>
            <a:off x="9847323" y="1267474"/>
            <a:ext cx="2061818" cy="557349"/>
          </a:xfrm>
          <a:custGeom>
            <a:avLst/>
            <a:gdLst>
              <a:gd name="connsiteX0" fmla="*/ 0 w 1274134"/>
              <a:gd name="connsiteY0" fmla="*/ 50668 h 506681"/>
              <a:gd name="connsiteX1" fmla="*/ 50668 w 1274134"/>
              <a:gd name="connsiteY1" fmla="*/ 0 h 506681"/>
              <a:gd name="connsiteX2" fmla="*/ 1223466 w 1274134"/>
              <a:gd name="connsiteY2" fmla="*/ 0 h 506681"/>
              <a:gd name="connsiteX3" fmla="*/ 1274134 w 1274134"/>
              <a:gd name="connsiteY3" fmla="*/ 50668 h 506681"/>
              <a:gd name="connsiteX4" fmla="*/ 1274134 w 1274134"/>
              <a:gd name="connsiteY4" fmla="*/ 456013 h 506681"/>
              <a:gd name="connsiteX5" fmla="*/ 1223466 w 1274134"/>
              <a:gd name="connsiteY5" fmla="*/ 506681 h 506681"/>
              <a:gd name="connsiteX6" fmla="*/ 50668 w 1274134"/>
              <a:gd name="connsiteY6" fmla="*/ 506681 h 506681"/>
              <a:gd name="connsiteX7" fmla="*/ 0 w 1274134"/>
              <a:gd name="connsiteY7" fmla="*/ 456013 h 506681"/>
              <a:gd name="connsiteX8" fmla="*/ 0 w 1274134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74134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223466" y="0"/>
                </a:lnTo>
                <a:cubicBezTo>
                  <a:pt x="1251449" y="0"/>
                  <a:pt x="1274134" y="22685"/>
                  <a:pt x="1274134" y="50668"/>
                </a:cubicBezTo>
                <a:lnTo>
                  <a:pt x="1274134" y="456013"/>
                </a:lnTo>
                <a:cubicBezTo>
                  <a:pt x="1274134" y="483996"/>
                  <a:pt x="1251449" y="506681"/>
                  <a:pt x="1223466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solidFill>
                  <a:sysClr val="windowText" lastClr="000000"/>
                </a:solidFill>
                <a:cs typeface="Arial" panose="020B0604020202020204" pitchFamily="34" charset="0"/>
              </a:rPr>
              <a:t>National Replication</a:t>
            </a:r>
            <a:endParaRPr lang="en-GB" sz="1800" b="1" kern="120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49" name="Freeform 14">
            <a:extLst>
              <a:ext uri="{FF2B5EF4-FFF2-40B4-BE49-F238E27FC236}">
                <a16:creationId xmlns:a16="http://schemas.microsoft.com/office/drawing/2014/main" id="{4DD921F3-7DAB-6366-766E-DE5B65B664A5}"/>
              </a:ext>
            </a:extLst>
          </p:cNvPr>
          <p:cNvSpPr/>
          <p:nvPr/>
        </p:nvSpPr>
        <p:spPr>
          <a:xfrm>
            <a:off x="5090358" y="1267474"/>
            <a:ext cx="2061818" cy="557349"/>
          </a:xfrm>
          <a:custGeom>
            <a:avLst/>
            <a:gdLst>
              <a:gd name="connsiteX0" fmla="*/ 0 w 1512576"/>
              <a:gd name="connsiteY0" fmla="*/ 50668 h 506681"/>
              <a:gd name="connsiteX1" fmla="*/ 50668 w 1512576"/>
              <a:gd name="connsiteY1" fmla="*/ 0 h 506681"/>
              <a:gd name="connsiteX2" fmla="*/ 1461908 w 1512576"/>
              <a:gd name="connsiteY2" fmla="*/ 0 h 506681"/>
              <a:gd name="connsiteX3" fmla="*/ 1512576 w 1512576"/>
              <a:gd name="connsiteY3" fmla="*/ 50668 h 506681"/>
              <a:gd name="connsiteX4" fmla="*/ 1512576 w 1512576"/>
              <a:gd name="connsiteY4" fmla="*/ 456013 h 506681"/>
              <a:gd name="connsiteX5" fmla="*/ 1461908 w 1512576"/>
              <a:gd name="connsiteY5" fmla="*/ 506681 h 506681"/>
              <a:gd name="connsiteX6" fmla="*/ 50668 w 1512576"/>
              <a:gd name="connsiteY6" fmla="*/ 506681 h 506681"/>
              <a:gd name="connsiteX7" fmla="*/ 0 w 1512576"/>
              <a:gd name="connsiteY7" fmla="*/ 456013 h 506681"/>
              <a:gd name="connsiteX8" fmla="*/ 0 w 1512576"/>
              <a:gd name="connsiteY8" fmla="*/ 50668 h 506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2576" h="506681">
                <a:moveTo>
                  <a:pt x="0" y="50668"/>
                </a:moveTo>
                <a:cubicBezTo>
                  <a:pt x="0" y="22685"/>
                  <a:pt x="22685" y="0"/>
                  <a:pt x="50668" y="0"/>
                </a:cubicBezTo>
                <a:lnTo>
                  <a:pt x="1461908" y="0"/>
                </a:lnTo>
                <a:cubicBezTo>
                  <a:pt x="1489891" y="0"/>
                  <a:pt x="1512576" y="22685"/>
                  <a:pt x="1512576" y="50668"/>
                </a:cubicBezTo>
                <a:lnTo>
                  <a:pt x="1512576" y="456013"/>
                </a:lnTo>
                <a:cubicBezTo>
                  <a:pt x="1512576" y="483996"/>
                  <a:pt x="1489891" y="506681"/>
                  <a:pt x="1461908" y="506681"/>
                </a:cubicBezTo>
                <a:lnTo>
                  <a:pt x="50668" y="506681"/>
                </a:lnTo>
                <a:cubicBezTo>
                  <a:pt x="22685" y="506681"/>
                  <a:pt x="0" y="483996"/>
                  <a:pt x="0" y="456013"/>
                </a:cubicBezTo>
                <a:lnTo>
                  <a:pt x="0" y="50668"/>
                </a:lnTo>
                <a:close/>
              </a:path>
            </a:pathLst>
          </a:custGeom>
          <a:solidFill>
            <a:schemeClr val="bg2">
              <a:lumMod val="90000"/>
              <a:alpha val="27843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5320" tIns="35160" rIns="45320" bIns="351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1" kern="1200">
                <a:solidFill>
                  <a:sysClr val="windowText" lastClr="000000"/>
                </a:solidFill>
                <a:cs typeface="Arial" panose="020B0604020202020204" pitchFamily="34" charset="0"/>
              </a:rPr>
              <a:t>Cluster Expansion</a:t>
            </a:r>
          </a:p>
        </p:txBody>
      </p: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372657FE-EBDB-A43E-5AA8-BD899599EF02}"/>
              </a:ext>
            </a:extLst>
          </p:cNvPr>
          <p:cNvCxnSpPr/>
          <p:nvPr/>
        </p:nvCxnSpPr>
        <p:spPr>
          <a:xfrm>
            <a:off x="2546155" y="1233031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AF1BC4F2-73BD-A87E-021E-AFCCF0493D96}"/>
              </a:ext>
            </a:extLst>
          </p:cNvPr>
          <p:cNvCxnSpPr/>
          <p:nvPr/>
        </p:nvCxnSpPr>
        <p:spPr>
          <a:xfrm>
            <a:off x="9697499" y="1233031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9D215778-1C85-5B10-9792-8FB01EE2364B}"/>
              </a:ext>
            </a:extLst>
          </p:cNvPr>
          <p:cNvCxnSpPr/>
          <p:nvPr/>
        </p:nvCxnSpPr>
        <p:spPr>
          <a:xfrm>
            <a:off x="7313717" y="1233031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3B5E631-B7E0-5FE7-D6AA-A941519A3F34}"/>
              </a:ext>
            </a:extLst>
          </p:cNvPr>
          <p:cNvCxnSpPr/>
          <p:nvPr/>
        </p:nvCxnSpPr>
        <p:spPr>
          <a:xfrm>
            <a:off x="4929936" y="1233031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09E3A1C4-B4E9-483A-C190-3F4B11ECBEF9}"/>
              </a:ext>
            </a:extLst>
          </p:cNvPr>
          <p:cNvCxnSpPr/>
          <p:nvPr/>
        </p:nvCxnSpPr>
        <p:spPr>
          <a:xfrm>
            <a:off x="230303" y="1233031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4D384A10-CB52-ABDD-7D97-8E7498CE595B}"/>
              </a:ext>
            </a:extLst>
          </p:cNvPr>
          <p:cNvCxnSpPr/>
          <p:nvPr/>
        </p:nvCxnSpPr>
        <p:spPr>
          <a:xfrm>
            <a:off x="12012232" y="1233031"/>
            <a:ext cx="0" cy="58177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06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98C55-F4BD-B5F1-55B2-3B7C3DBD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sign with white text&#10;&#10;AI-generated content may be incorrect.">
            <a:extLst>
              <a:ext uri="{FF2B5EF4-FFF2-40B4-BE49-F238E27FC236}">
                <a16:creationId xmlns:a16="http://schemas.microsoft.com/office/drawing/2014/main" id="{5931D6D7-84FF-2AED-96D0-97F492F8D3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6" b="1097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504F3D-8335-1CE8-9F9F-BC01EF78557C}"/>
              </a:ext>
            </a:extLst>
          </p:cNvPr>
          <p:cNvSpPr/>
          <p:nvPr/>
        </p:nvSpPr>
        <p:spPr>
          <a:xfrm>
            <a:off x="-742122" y="742121"/>
            <a:ext cx="432000" cy="432000"/>
          </a:xfrm>
          <a:prstGeom prst="rect">
            <a:avLst/>
          </a:prstGeom>
          <a:solidFill>
            <a:srgbClr val="BB0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ECB51-6F01-F927-9F0C-916AAE740676}"/>
              </a:ext>
            </a:extLst>
          </p:cNvPr>
          <p:cNvSpPr/>
          <p:nvPr/>
        </p:nvSpPr>
        <p:spPr>
          <a:xfrm>
            <a:off x="-742122" y="1464364"/>
            <a:ext cx="432000" cy="43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" name="Google Shape;125;p18">
            <a:extLst>
              <a:ext uri="{FF2B5EF4-FFF2-40B4-BE49-F238E27FC236}">
                <a16:creationId xmlns:a16="http://schemas.microsoft.com/office/drawing/2014/main" id="{242ECB52-0366-9F10-178F-61C5E7171EDC}"/>
              </a:ext>
            </a:extLst>
          </p:cNvPr>
          <p:cNvSpPr txBox="1">
            <a:spLocks/>
          </p:cNvSpPr>
          <p:nvPr/>
        </p:nvSpPr>
        <p:spPr>
          <a:xfrm>
            <a:off x="1978063" y="2926349"/>
            <a:ext cx="8235873" cy="10053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38100" tIns="38100" rIns="38100" bIns="38100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fr-FR" sz="5400" b="1">
                <a:solidFill>
                  <a:srgbClr val="000000"/>
                </a:solidFill>
                <a:latin typeface="Aptos"/>
                <a:sym typeface="Helvetica Neue"/>
              </a:rPr>
              <a:t>Thank you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129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DBC5-76AD-4B34-93E1-E7353157F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ign on a pole&#10;&#10;AI-generated content may be incorrect.">
            <a:extLst>
              <a:ext uri="{FF2B5EF4-FFF2-40B4-BE49-F238E27FC236}">
                <a16:creationId xmlns:a16="http://schemas.microsoft.com/office/drawing/2014/main" id="{63C04B7C-2F0C-269B-6EB7-AAB40A0618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88"/>
          <a:stretch>
            <a:fillRect/>
          </a:stretch>
        </p:blipFill>
        <p:spPr>
          <a:xfrm>
            <a:off x="7066857" y="-127001"/>
            <a:ext cx="6407843" cy="712470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9480CF-F77B-5316-312F-6DA72788C393}"/>
              </a:ext>
            </a:extLst>
          </p:cNvPr>
          <p:cNvSpPr/>
          <p:nvPr/>
        </p:nvSpPr>
        <p:spPr>
          <a:xfrm>
            <a:off x="-241300" y="-127000"/>
            <a:ext cx="7874000" cy="7073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5" name="Google Shape;125;p18">
            <a:extLst>
              <a:ext uri="{FF2B5EF4-FFF2-40B4-BE49-F238E27FC236}">
                <a16:creationId xmlns:a16="http://schemas.microsoft.com/office/drawing/2014/main" id="{928DF452-B6FD-ABC6-AD2D-4A51E6BA87D3}"/>
              </a:ext>
            </a:extLst>
          </p:cNvPr>
          <p:cNvSpPr txBox="1">
            <a:spLocks/>
          </p:cNvSpPr>
          <p:nvPr/>
        </p:nvSpPr>
        <p:spPr>
          <a:xfrm>
            <a:off x="2065971" y="2292834"/>
            <a:ext cx="3259459" cy="10053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38100" tIns="38100" rIns="38100" bIns="38100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GB" sz="5400" b="1">
                <a:solidFill>
                  <a:schemeClr val="bg1"/>
                </a:solidFill>
                <a:latin typeface="Aptos"/>
                <a:sym typeface="Helvetica Neue"/>
              </a:rPr>
              <a:t>Appendix</a:t>
            </a: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722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AD67-0C83-D24F-C1FE-D6948087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B5034-B6F0-EDA1-3351-113819B91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R" b="1"/>
              <a:t>Stakeholder Overview</a:t>
            </a:r>
            <a:r>
              <a:rPr lang="en-FR" b="1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3" name="Espace réservé du contenu 2">
            <a:extLst>
              <a:ext uri="{FF2B5EF4-FFF2-40B4-BE49-F238E27FC236}">
                <a16:creationId xmlns:a16="http://schemas.microsoft.com/office/drawing/2014/main" id="{E8B8259F-EFFF-B1DD-1C3E-8C2C868B04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830261"/>
              </p:ext>
            </p:extLst>
          </p:nvPr>
        </p:nvGraphicFramePr>
        <p:xfrm>
          <a:off x="523870" y="1451685"/>
          <a:ext cx="10515600" cy="1786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324411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162440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539753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47824191"/>
                    </a:ext>
                  </a:extLst>
                </a:gridCol>
              </a:tblGrid>
              <a:tr h="357236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Stakeholder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 err="1">
                          <a:effectLst/>
                        </a:rPr>
                        <a:t>Interest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Power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Key issues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9069137"/>
                  </a:ext>
                </a:extLst>
              </a:tr>
              <a:tr h="357236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Store </a:t>
                      </a:r>
                      <a:r>
                        <a:rPr lang="de-DE" sz="1200" err="1">
                          <a:effectLst/>
                        </a:rPr>
                        <a:t>owner</a:t>
                      </a:r>
                      <a:r>
                        <a:rPr lang="de-DE" sz="1200">
                          <a:effectLst/>
                        </a:rPr>
                        <a:t> (Virginie </a:t>
                      </a:r>
                      <a:r>
                        <a:rPr lang="de-DE" sz="1200" err="1">
                          <a:effectLst/>
                        </a:rPr>
                        <a:t>Decoen</a:t>
                      </a:r>
                      <a:r>
                        <a:rPr lang="de-DE" sz="1200">
                          <a:effectLst/>
                        </a:rPr>
                        <a:t>)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Very 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Very 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Profitability, simplicity, ROI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1136252"/>
                  </a:ext>
                </a:extLst>
              </a:tr>
              <a:tr h="357236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Department </a:t>
                      </a:r>
                      <a:r>
                        <a:rPr lang="de-DE" sz="1200" err="1">
                          <a:effectLst/>
                        </a:rPr>
                        <a:t>managers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Medium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Workload, waste, performance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7607645"/>
                  </a:ext>
                </a:extLst>
              </a:tr>
              <a:tr h="357236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Employees (shelf staff, fresh, Drive)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Low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Scheduling, physical strain, stability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76478307"/>
                  </a:ext>
                </a:extLst>
              </a:tr>
              <a:tr h="357236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Support functions (finance, HR)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Medium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Medium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Automation, </a:t>
                      </a:r>
                      <a:r>
                        <a:rPr lang="de-DE" sz="1200" err="1">
                          <a:effectLst/>
                        </a:rPr>
                        <a:t>data</a:t>
                      </a:r>
                      <a:r>
                        <a:rPr lang="de-DE" sz="1200">
                          <a:effectLst/>
                        </a:rPr>
                        <a:t> </a:t>
                      </a:r>
                      <a:r>
                        <a:rPr lang="de-DE" sz="1200" err="1">
                          <a:effectLst/>
                        </a:rPr>
                        <a:t>reliability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099718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E8D0AED-729F-A80F-9F50-581150846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301056"/>
              </p:ext>
            </p:extLst>
          </p:nvPr>
        </p:nvGraphicFramePr>
        <p:xfrm>
          <a:off x="523870" y="3688597"/>
          <a:ext cx="10515600" cy="23557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360900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375060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940125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19016654"/>
                    </a:ext>
                  </a:extLst>
                </a:gridCol>
              </a:tblGrid>
              <a:tr h="336534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Stakeholder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Interest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Power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Key issues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5246157"/>
                  </a:ext>
                </a:extLst>
              </a:tr>
              <a:tr h="336534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In-store customers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Price, speed, freshness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7468353"/>
                  </a:ext>
                </a:extLst>
              </a:tr>
              <a:tr h="336534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Drive customers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err="1">
                          <a:effectLst/>
                        </a:rPr>
                        <a:t>Simplicity</a:t>
                      </a:r>
                      <a:r>
                        <a:rPr lang="de-DE" sz="1200">
                          <a:effectLst/>
                        </a:rPr>
                        <a:t>, </a:t>
                      </a:r>
                      <a:r>
                        <a:rPr lang="de-DE" sz="1200" err="1">
                          <a:effectLst/>
                        </a:rPr>
                        <a:t>availability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8015941"/>
                  </a:ext>
                </a:extLst>
              </a:tr>
              <a:tr h="336534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Local suppliers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Medium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Low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Volumes, predictability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5121359"/>
                  </a:ext>
                </a:extLst>
              </a:tr>
              <a:tr h="336534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ITM Group (IT / Data)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Medium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Data </a:t>
                      </a:r>
                      <a:r>
                        <a:rPr lang="de-DE" sz="1200" err="1">
                          <a:effectLst/>
                        </a:rPr>
                        <a:t>governance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3293052"/>
                  </a:ext>
                </a:extLst>
              </a:tr>
              <a:tr h="336534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Local authorities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Low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Medium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err="1">
                          <a:effectLst/>
                        </a:rPr>
                        <a:t>Local</a:t>
                      </a:r>
                      <a:r>
                        <a:rPr lang="de-DE" sz="1200">
                          <a:effectLst/>
                        </a:rPr>
                        <a:t> </a:t>
                      </a:r>
                      <a:r>
                        <a:rPr lang="de-DE" sz="1200" err="1">
                          <a:effectLst/>
                        </a:rPr>
                        <a:t>employment</a:t>
                      </a:r>
                      <a:r>
                        <a:rPr lang="de-DE" sz="1200">
                          <a:effectLst/>
                        </a:rPr>
                        <a:t>, </a:t>
                      </a:r>
                      <a:r>
                        <a:rPr lang="de-DE" sz="1200" err="1">
                          <a:effectLst/>
                        </a:rPr>
                        <a:t>carbon</a:t>
                      </a:r>
                      <a:r>
                        <a:rPr lang="de-DE" sz="1200">
                          <a:effectLst/>
                        </a:rPr>
                        <a:t> </a:t>
                      </a:r>
                      <a:r>
                        <a:rPr lang="de-DE" sz="1200" err="1">
                          <a:effectLst/>
                        </a:rPr>
                        <a:t>impact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77228545"/>
                  </a:ext>
                </a:extLst>
              </a:tr>
              <a:tr h="336534"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Competitors (Lidl, Leclerc)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—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200">
                          <a:effectLst/>
                        </a:rPr>
                        <a:t>High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>
                          <a:effectLst/>
                        </a:rPr>
                        <a:t>Price </a:t>
                      </a:r>
                      <a:r>
                        <a:rPr lang="de-DE" sz="1200" err="1">
                          <a:effectLst/>
                        </a:rPr>
                        <a:t>pressure</a:t>
                      </a:r>
                      <a:r>
                        <a:rPr lang="de-DE" sz="1200">
                          <a:effectLst/>
                        </a:rPr>
                        <a:t> &amp; </a:t>
                      </a:r>
                      <a:r>
                        <a:rPr lang="de-DE" sz="1200" err="1">
                          <a:effectLst/>
                        </a:rPr>
                        <a:t>usage</a:t>
                      </a:r>
                      <a:endParaRPr lang="fr-FR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896087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2143B73-F8E9-31BD-C639-A5FA48AEAB61}"/>
              </a:ext>
            </a:extLst>
          </p:cNvPr>
          <p:cNvSpPr txBox="1">
            <a:spLocks/>
          </p:cNvSpPr>
          <p:nvPr/>
        </p:nvSpPr>
        <p:spPr>
          <a:xfrm>
            <a:off x="523870" y="1123702"/>
            <a:ext cx="10515600" cy="360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err="1"/>
              <a:t>Internal</a:t>
            </a:r>
            <a:r>
              <a:rPr lang="fr-FR" b="1"/>
              <a:t> </a:t>
            </a:r>
            <a:r>
              <a:rPr lang="en-FR" b="1"/>
              <a:t>Stakeholder</a:t>
            </a:r>
            <a:r>
              <a:rPr lang="fr-FR" b="1"/>
              <a:t>s</a:t>
            </a:r>
            <a:endParaRPr lang="en-FR" b="1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062910-C755-83A8-8647-2D50145EDC4C}"/>
              </a:ext>
            </a:extLst>
          </p:cNvPr>
          <p:cNvSpPr txBox="1">
            <a:spLocks/>
          </p:cNvSpPr>
          <p:nvPr/>
        </p:nvSpPr>
        <p:spPr>
          <a:xfrm>
            <a:off x="523870" y="3392848"/>
            <a:ext cx="10515600" cy="360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err="1"/>
              <a:t>External</a:t>
            </a:r>
            <a:r>
              <a:rPr lang="fr-FR" b="1"/>
              <a:t> </a:t>
            </a:r>
            <a:r>
              <a:rPr lang="en-FR" b="1"/>
              <a:t>Stakeholder</a:t>
            </a:r>
            <a:r>
              <a:rPr lang="fr-FR" b="1"/>
              <a:t>s</a:t>
            </a:r>
            <a:endParaRPr lang="en-FR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15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D4C6E-8788-8B1C-97FB-653BE7E4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9D55-EC6E-BAD5-AC41-A38CB0FA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R" b="1"/>
              <a:t>Challenge &amp; Value Proposition</a:t>
            </a:r>
            <a:r>
              <a:rPr lang="en-FR" b="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3BCD8A-E492-50EF-7824-D163B85CA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highlight>
                  <a:srgbClr val="FFFFFF"/>
                </a:highlight>
                <a:latin typeface="Arial"/>
                <a:cs typeface="Arial"/>
              </a:rPr>
              <a:t>Challenge Question:</a:t>
            </a: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i="1">
                <a:highlight>
                  <a:srgbClr val="FFFFFF"/>
                </a:highlight>
                <a:latin typeface="Arial"/>
                <a:cs typeface="Arial"/>
              </a:rPr>
              <a:t>How might </a:t>
            </a:r>
            <a:r>
              <a:rPr lang="en-US" sz="1800" i="1" err="1">
                <a:highlight>
                  <a:srgbClr val="FFFFFF"/>
                </a:highlight>
                <a:latin typeface="Arial"/>
                <a:cs typeface="Arial"/>
              </a:rPr>
              <a:t>Intermarché</a:t>
            </a:r>
            <a:r>
              <a:rPr lang="en-US" sz="1800" i="1">
                <a:highlight>
                  <a:srgbClr val="FFFFFF"/>
                </a:highlight>
                <a:latin typeface="Arial"/>
                <a:cs typeface="Arial"/>
              </a:rPr>
              <a:t> Darnétal recover lost revenue by turning food waste into a local competitive advantage through proximity with customers and simple operational transformation?</a:t>
            </a: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-US" sz="1800" i="1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b="1">
                <a:highlight>
                  <a:srgbClr val="FFFFFF"/>
                </a:highlight>
                <a:latin typeface="Arial"/>
                <a:cs typeface="Arial"/>
              </a:rPr>
              <a:t>Value Proposition:</a:t>
            </a: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i="1">
                <a:highlight>
                  <a:srgbClr val="FFFFFF"/>
                </a:highlight>
                <a:latin typeface="Arial"/>
                <a:cs typeface="Arial"/>
              </a:rPr>
              <a:t>By transforming unsold fresh food into visible, local, ready-to-eat meals, </a:t>
            </a:r>
            <a:r>
              <a:rPr lang="en-US" sz="1800" i="1" err="1">
                <a:highlight>
                  <a:srgbClr val="FFFFFF"/>
                </a:highlight>
                <a:latin typeface="Arial"/>
                <a:cs typeface="Arial"/>
              </a:rPr>
              <a:t>Intermarché</a:t>
            </a:r>
            <a:r>
              <a:rPr lang="en-US" sz="1800" i="1">
                <a:highlight>
                  <a:srgbClr val="FFFFFF"/>
                </a:highlight>
                <a:latin typeface="Arial"/>
                <a:cs typeface="Arial"/>
              </a:rPr>
              <a:t> Darnétal turns food waste from a hidden cost into a source of trust, differentiation, and profitable growth for local customers and store teams.</a:t>
            </a:r>
          </a:p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36283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F315B-D034-11D1-60FF-ABAAAB97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C474-6845-91EB-9E03-4C9CF939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R" b="1"/>
              <a:t>Service Blueprint</a:t>
            </a:r>
            <a:endParaRPr lang="de-DE"/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EA57CAE-ECC8-ABB5-5832-27729D626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251" y="1275521"/>
            <a:ext cx="8563497" cy="483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66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F6E67-9B39-B054-6C65-E37B702E1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F81D-34B5-4DE9-E089-B30A0A4F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Advertising - Second Value</a:t>
            </a:r>
            <a:endParaRPr lang="de-DE" b="1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6DEA752-02F8-4669-9233-5F56702CB616}"/>
              </a:ext>
            </a:extLst>
          </p:cNvPr>
          <p:cNvSpPr txBox="1"/>
          <p:nvPr/>
        </p:nvSpPr>
        <p:spPr>
          <a:xfrm>
            <a:off x="2610146" y="5505174"/>
            <a:ext cx="735270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linkClick r:id="rId2"/>
              </a:rPr>
              <a:t>https://edheccom-my.sharepoint.com/:v:/g/personal/hugo_arab_edhec_com/IQB_CcxBh_KQQruJaSNkoYnUAZQLRSmIwg63H8jsIrfWVys?e=b0yzcd</a:t>
            </a:r>
            <a:r>
              <a:rPr lang="en-US" sz="1400"/>
              <a:t> </a:t>
            </a:r>
            <a:r>
              <a:rPr lang="de-DE" sz="1400"/>
              <a:t> </a:t>
            </a:r>
          </a:p>
        </p:txBody>
      </p:sp>
      <p:pic>
        <p:nvPicPr>
          <p:cNvPr id="5" name="Grafik 4" descr="Ein Bild, das Screenshot, Säugetier enthält.&#10;&#10;KI-generierte Inhalte können fehlerhaft sein.">
            <a:hlinkClick r:id="rId2"/>
            <a:extLst>
              <a:ext uri="{FF2B5EF4-FFF2-40B4-BE49-F238E27FC236}">
                <a16:creationId xmlns:a16="http://schemas.microsoft.com/office/drawing/2014/main" id="{DF5F48CE-56D7-6201-B82B-0EC0600BE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146" y="1352826"/>
            <a:ext cx="7352707" cy="415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26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BC0012"/>
      </a:accent1>
      <a:accent2>
        <a:srgbClr val="BC0012"/>
      </a:accent2>
      <a:accent3>
        <a:srgbClr val="000000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</Words>
  <Application>Microsoft Office PowerPoint</Application>
  <PresentationFormat>Widescreen</PresentationFormat>
  <Paragraphs>327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Canva Sans Bold</vt:lpstr>
      <vt:lpstr>Helvetica Neue</vt:lpstr>
      <vt:lpstr>Helvetica World Bold</vt:lpstr>
      <vt:lpstr>Telegraf</vt:lpstr>
      <vt:lpstr>Telegraf Bold</vt:lpstr>
      <vt:lpstr>Thème Office</vt:lpstr>
      <vt:lpstr>PowerPoint Presentation</vt:lpstr>
      <vt:lpstr>The solution: AI-powered circular ready-to-eat meals from second value fresh food</vt:lpstr>
      <vt:lpstr>Turning 2nd value food into a high-margin revenue stream</vt:lpstr>
      <vt:lpstr>Time-poor, price-sensitive customers looking for healthy convenience</vt:lpstr>
      <vt:lpstr>Sustainability Impact: Turning waste into carbon savings</vt:lpstr>
      <vt:lpstr>IA – the enablerle of content</vt:lpstr>
      <vt:lpstr>IA tech stack: the hands, the brain and the eyes</vt:lpstr>
      <vt:lpstr>Budget and deployment of an AI tool of content</vt:lpstr>
      <vt:lpstr>Roadmap of content</vt:lpstr>
      <vt:lpstr>Outlook of content</vt:lpstr>
      <vt:lpstr>PowerPoint Presentation</vt:lpstr>
      <vt:lpstr>PowerPoint Presentation</vt:lpstr>
      <vt:lpstr>Stakeholder Overview </vt:lpstr>
      <vt:lpstr>Challenge &amp; Value Proposition </vt:lpstr>
      <vt:lpstr>Service Blueprint</vt:lpstr>
      <vt:lpstr>Advertising - Second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/>
  <cp:lastModifiedBy>vinayak singh</cp:lastModifiedBy>
  <cp:revision>2</cp:revision>
  <dcterms:created xsi:type="dcterms:W3CDTF">2026-01-28T10:31:19Z</dcterms:created>
  <dcterms:modified xsi:type="dcterms:W3CDTF">2026-05-30T08:29:40Z</dcterms:modified>
</cp:coreProperties>
</file>